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4087" r:id="rId5"/>
  </p:sldMasterIdLst>
  <p:notesMasterIdLst>
    <p:notesMasterId r:id="rId15"/>
  </p:notesMasterIdLst>
  <p:handoutMasterIdLst>
    <p:handoutMasterId r:id="rId16"/>
  </p:handoutMasterIdLst>
  <p:sldIdLst>
    <p:sldId id="2147471244" r:id="rId6"/>
    <p:sldId id="2147471233" r:id="rId7"/>
    <p:sldId id="453" r:id="rId8"/>
    <p:sldId id="2147483440" r:id="rId9"/>
    <p:sldId id="2147483438" r:id="rId10"/>
    <p:sldId id="267" r:id="rId11"/>
    <p:sldId id="2147483441" r:id="rId12"/>
    <p:sldId id="269" r:id="rId13"/>
    <p:sldId id="265" r:id="rId14"/>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614C5AA-C972-4CEC-9A97-3AF1F8C30C91}">
          <p14:sldIdLst>
            <p14:sldId id="2147471244"/>
            <p14:sldId id="2147471233"/>
            <p14:sldId id="453"/>
            <p14:sldId id="2147483440"/>
            <p14:sldId id="2147483438"/>
            <p14:sldId id="267"/>
            <p14:sldId id="2147483441"/>
            <p14:sldId id="269"/>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81058"/>
    <a:srgbClr val="081159"/>
    <a:srgbClr val="073164"/>
    <a:srgbClr val="FF9933"/>
    <a:srgbClr val="2A0547"/>
    <a:srgbClr val="18487A"/>
    <a:srgbClr val="828282"/>
    <a:srgbClr val="0E3A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7F905A-CE63-4C32-B1BA-1114C35FD7BD}" v="176" dt="2026-06-24T14:23:40.6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Green" userId="ef39f71f-8982-4ebf-9ef3-4fff8bc0b4a4" providerId="ADAL" clId="{BC26DE0E-BD3B-479F-A06A-F9823552A11C}"/>
    <pc:docChg chg="undo custSel addSld delSld modSld sldOrd delMainMaster modSection">
      <pc:chgData name="Amanda Green" userId="ef39f71f-8982-4ebf-9ef3-4fff8bc0b4a4" providerId="ADAL" clId="{BC26DE0E-BD3B-479F-A06A-F9823552A11C}" dt="2026-06-24T14:23:40.625" v="8180" actId="20577"/>
      <pc:docMkLst>
        <pc:docMk/>
      </pc:docMkLst>
      <pc:sldChg chg="modSp mod">
        <pc:chgData name="Amanda Green" userId="ef39f71f-8982-4ebf-9ef3-4fff8bc0b4a4" providerId="ADAL" clId="{BC26DE0E-BD3B-479F-A06A-F9823552A11C}" dt="2026-06-23T13:27:49.606" v="7709" actId="29295"/>
        <pc:sldMkLst>
          <pc:docMk/>
          <pc:sldMk cId="352648979" sldId="256"/>
        </pc:sldMkLst>
        <pc:spChg chg="mod">
          <ac:chgData name="Amanda Green" userId="ef39f71f-8982-4ebf-9ef3-4fff8bc0b4a4" providerId="ADAL" clId="{BC26DE0E-BD3B-479F-A06A-F9823552A11C}" dt="2026-06-16T18:04:54.106" v="5752" actId="20577"/>
          <ac:spMkLst>
            <pc:docMk/>
            <pc:sldMk cId="352648979" sldId="256"/>
            <ac:spMk id="3" creationId="{0A5855B6-A177-C681-FA12-DA927A99CFCD}"/>
          </ac:spMkLst>
        </pc:spChg>
        <pc:picChg chg="mod modCrop">
          <ac:chgData name="Amanda Green" userId="ef39f71f-8982-4ebf-9ef3-4fff8bc0b4a4" providerId="ADAL" clId="{BC26DE0E-BD3B-479F-A06A-F9823552A11C}" dt="2026-06-23T13:27:49.606" v="7709" actId="29295"/>
          <ac:picMkLst>
            <pc:docMk/>
            <pc:sldMk cId="352648979" sldId="256"/>
            <ac:picMk id="4" creationId="{286B49A4-AE22-2C6B-99CB-7BC3FB557F82}"/>
          </ac:picMkLst>
        </pc:picChg>
      </pc:sldChg>
      <pc:sldChg chg="modSp mod">
        <pc:chgData name="Amanda Green" userId="ef39f71f-8982-4ebf-9ef3-4fff8bc0b4a4" providerId="ADAL" clId="{BC26DE0E-BD3B-479F-A06A-F9823552A11C}" dt="2026-06-17T13:54:38.950" v="6758"/>
        <pc:sldMkLst>
          <pc:docMk/>
          <pc:sldMk cId="1624564265" sldId="259"/>
        </pc:sldMkLst>
        <pc:graphicFrameChg chg="mod modGraphic">
          <ac:chgData name="Amanda Green" userId="ef39f71f-8982-4ebf-9ef3-4fff8bc0b4a4" providerId="ADAL" clId="{BC26DE0E-BD3B-479F-A06A-F9823552A11C}" dt="2026-06-17T13:54:38.950" v="6758"/>
          <ac:graphicFrameMkLst>
            <pc:docMk/>
            <pc:sldMk cId="1624564265" sldId="259"/>
            <ac:graphicFrameMk id="27" creationId="{BE380CA7-00A8-D4BB-A1FD-B9D4083DD3E9}"/>
          </ac:graphicFrameMkLst>
        </pc:graphicFrameChg>
      </pc:sldChg>
      <pc:sldChg chg="delSp mod">
        <pc:chgData name="Amanda Green" userId="ef39f71f-8982-4ebf-9ef3-4fff8bc0b4a4" providerId="ADAL" clId="{BC26DE0E-BD3B-479F-A06A-F9823552A11C}" dt="2026-06-23T13:38:31.500" v="7863" actId="478"/>
        <pc:sldMkLst>
          <pc:docMk/>
          <pc:sldMk cId="4163813712" sldId="260"/>
        </pc:sldMkLst>
        <pc:spChg chg="del">
          <ac:chgData name="Amanda Green" userId="ef39f71f-8982-4ebf-9ef3-4fff8bc0b4a4" providerId="ADAL" clId="{BC26DE0E-BD3B-479F-A06A-F9823552A11C}" dt="2026-06-23T13:38:31.500" v="7863" actId="478"/>
          <ac:spMkLst>
            <pc:docMk/>
            <pc:sldMk cId="4163813712" sldId="260"/>
            <ac:spMk id="4" creationId="{CED02D72-CFD1-DE88-0D6F-870618638CA3}"/>
          </ac:spMkLst>
        </pc:spChg>
      </pc:sldChg>
      <pc:sldChg chg="delSp modSp mod ord">
        <pc:chgData name="Amanda Green" userId="ef39f71f-8982-4ebf-9ef3-4fff8bc0b4a4" providerId="ADAL" clId="{BC26DE0E-BD3B-479F-A06A-F9823552A11C}" dt="2026-06-23T13:40:04.331" v="7945" actId="2710"/>
        <pc:sldMkLst>
          <pc:docMk/>
          <pc:sldMk cId="1780586349" sldId="261"/>
        </pc:sldMkLst>
        <pc:spChg chg="mod">
          <ac:chgData name="Amanda Green" userId="ef39f71f-8982-4ebf-9ef3-4fff8bc0b4a4" providerId="ADAL" clId="{BC26DE0E-BD3B-479F-A06A-F9823552A11C}" dt="2026-06-23T13:40:04.331" v="7945" actId="2710"/>
          <ac:spMkLst>
            <pc:docMk/>
            <pc:sldMk cId="1780586349" sldId="261"/>
            <ac:spMk id="5" creationId="{9563EF5D-96CF-B8B1-1818-28D698997E42}"/>
          </ac:spMkLst>
        </pc:spChg>
      </pc:sldChg>
      <pc:sldChg chg="addSp modSp add del mod">
        <pc:chgData name="Amanda Green" userId="ef39f71f-8982-4ebf-9ef3-4fff8bc0b4a4" providerId="ADAL" clId="{BC26DE0E-BD3B-479F-A06A-F9823552A11C}" dt="2026-06-23T13:24:44.864" v="7701"/>
        <pc:sldMkLst>
          <pc:docMk/>
          <pc:sldMk cId="4164159014" sldId="265"/>
        </pc:sldMkLst>
        <pc:spChg chg="mod">
          <ac:chgData name="Amanda Green" userId="ef39f71f-8982-4ebf-9ef3-4fff8bc0b4a4" providerId="ADAL" clId="{BC26DE0E-BD3B-479F-A06A-F9823552A11C}" dt="2026-06-23T12:58:59.968" v="7066"/>
          <ac:spMkLst>
            <pc:docMk/>
            <pc:sldMk cId="4164159014" sldId="265"/>
            <ac:spMk id="2" creationId="{5E87C333-9B8D-4471-35BD-B00BEFBD6A2D}"/>
          </ac:spMkLst>
        </pc:spChg>
        <pc:spChg chg="mod">
          <ac:chgData name="Amanda Green" userId="ef39f71f-8982-4ebf-9ef3-4fff8bc0b4a4" providerId="ADAL" clId="{BC26DE0E-BD3B-479F-A06A-F9823552A11C}" dt="2026-06-23T12:58:59.968" v="7066"/>
          <ac:spMkLst>
            <pc:docMk/>
            <pc:sldMk cId="4164159014" sldId="265"/>
            <ac:spMk id="3" creationId="{48112F05-E0D4-CE09-3532-4DD6E9B8513D}"/>
          </ac:spMkLst>
        </pc:spChg>
        <pc:spChg chg="add mod">
          <ac:chgData name="Amanda Green" userId="ef39f71f-8982-4ebf-9ef3-4fff8bc0b4a4" providerId="ADAL" clId="{BC26DE0E-BD3B-479F-A06A-F9823552A11C}" dt="2026-06-23T13:24:44.864" v="7701"/>
          <ac:spMkLst>
            <pc:docMk/>
            <pc:sldMk cId="4164159014" sldId="265"/>
            <ac:spMk id="4" creationId="{91681482-DEF0-B26C-1C73-C55BB0A88E98}"/>
          </ac:spMkLst>
        </pc:spChg>
      </pc:sldChg>
      <pc:sldChg chg="addSp modSp add del mod">
        <pc:chgData name="Amanda Green" userId="ef39f71f-8982-4ebf-9ef3-4fff8bc0b4a4" providerId="ADAL" clId="{BC26DE0E-BD3B-479F-A06A-F9823552A11C}" dt="2026-06-23T13:10:34.925" v="7371" actId="1076"/>
        <pc:sldMkLst>
          <pc:docMk/>
          <pc:sldMk cId="0" sldId="267"/>
        </pc:sldMkLst>
        <pc:spChg chg="mod">
          <ac:chgData name="Amanda Green" userId="ef39f71f-8982-4ebf-9ef3-4fff8bc0b4a4" providerId="ADAL" clId="{BC26DE0E-BD3B-479F-A06A-F9823552A11C}" dt="2026-06-23T13:10:34.925" v="7371" actId="1076"/>
          <ac:spMkLst>
            <pc:docMk/>
            <pc:sldMk cId="0" sldId="267"/>
            <ac:spMk id="2" creationId="{00000000-0000-0000-0000-000000000000}"/>
          </ac:spMkLst>
        </pc:spChg>
        <pc:spChg chg="mod">
          <ac:chgData name="Amanda Green" userId="ef39f71f-8982-4ebf-9ef3-4fff8bc0b4a4" providerId="ADAL" clId="{BC26DE0E-BD3B-479F-A06A-F9823552A11C}" dt="2026-06-23T13:09:58.745" v="7366" actId="1035"/>
          <ac:spMkLst>
            <pc:docMk/>
            <pc:sldMk cId="0" sldId="267"/>
            <ac:spMk id="3" creationId="{00000000-0000-0000-0000-000000000000}"/>
          </ac:spMkLst>
        </pc:spChg>
        <pc:spChg chg="mod">
          <ac:chgData name="Amanda Green" userId="ef39f71f-8982-4ebf-9ef3-4fff8bc0b4a4" providerId="ADAL" clId="{BC26DE0E-BD3B-479F-A06A-F9823552A11C}" dt="2026-06-23T13:08:22.908" v="7293" actId="164"/>
          <ac:spMkLst>
            <pc:docMk/>
            <pc:sldMk cId="0" sldId="267"/>
            <ac:spMk id="5" creationId="{00000000-0000-0000-0000-000000000000}"/>
          </ac:spMkLst>
        </pc:spChg>
        <pc:spChg chg="mod">
          <ac:chgData name="Amanda Green" userId="ef39f71f-8982-4ebf-9ef3-4fff8bc0b4a4" providerId="ADAL" clId="{BC26DE0E-BD3B-479F-A06A-F9823552A11C}" dt="2026-06-23T13:08:22.908" v="7293" actId="164"/>
          <ac:spMkLst>
            <pc:docMk/>
            <pc:sldMk cId="0" sldId="267"/>
            <ac:spMk id="6" creationId="{00000000-0000-0000-0000-000000000000}"/>
          </ac:spMkLst>
        </pc:spChg>
        <pc:spChg chg="mod">
          <ac:chgData name="Amanda Green" userId="ef39f71f-8982-4ebf-9ef3-4fff8bc0b4a4" providerId="ADAL" clId="{BC26DE0E-BD3B-479F-A06A-F9823552A11C}" dt="2026-06-23T13:08:26.413" v="7294" actId="164"/>
          <ac:spMkLst>
            <pc:docMk/>
            <pc:sldMk cId="0" sldId="267"/>
            <ac:spMk id="8" creationId="{00000000-0000-0000-0000-000000000000}"/>
          </ac:spMkLst>
        </pc:spChg>
        <pc:spChg chg="mod">
          <ac:chgData name="Amanda Green" userId="ef39f71f-8982-4ebf-9ef3-4fff8bc0b4a4" providerId="ADAL" clId="{BC26DE0E-BD3B-479F-A06A-F9823552A11C}" dt="2026-06-23T13:08:26.413" v="7294" actId="164"/>
          <ac:spMkLst>
            <pc:docMk/>
            <pc:sldMk cId="0" sldId="267"/>
            <ac:spMk id="9" creationId="{00000000-0000-0000-0000-000000000000}"/>
          </ac:spMkLst>
        </pc:spChg>
        <pc:spChg chg="mod">
          <ac:chgData name="Amanda Green" userId="ef39f71f-8982-4ebf-9ef3-4fff8bc0b4a4" providerId="ADAL" clId="{BC26DE0E-BD3B-479F-A06A-F9823552A11C}" dt="2026-06-23T13:08:28.780" v="7295" actId="164"/>
          <ac:spMkLst>
            <pc:docMk/>
            <pc:sldMk cId="0" sldId="267"/>
            <ac:spMk id="11" creationId="{00000000-0000-0000-0000-000000000000}"/>
          </ac:spMkLst>
        </pc:spChg>
        <pc:spChg chg="mod">
          <ac:chgData name="Amanda Green" userId="ef39f71f-8982-4ebf-9ef3-4fff8bc0b4a4" providerId="ADAL" clId="{BC26DE0E-BD3B-479F-A06A-F9823552A11C}" dt="2026-06-23T13:08:28.780" v="7295" actId="164"/>
          <ac:spMkLst>
            <pc:docMk/>
            <pc:sldMk cId="0" sldId="267"/>
            <ac:spMk id="12" creationId="{00000000-0000-0000-0000-000000000000}"/>
          </ac:spMkLst>
        </pc:spChg>
        <pc:spChg chg="mod">
          <ac:chgData name="Amanda Green" userId="ef39f71f-8982-4ebf-9ef3-4fff8bc0b4a4" providerId="ADAL" clId="{BC26DE0E-BD3B-479F-A06A-F9823552A11C}" dt="2026-06-23T13:08:31.133" v="7296" actId="164"/>
          <ac:spMkLst>
            <pc:docMk/>
            <pc:sldMk cId="0" sldId="267"/>
            <ac:spMk id="14" creationId="{00000000-0000-0000-0000-000000000000}"/>
          </ac:spMkLst>
        </pc:spChg>
        <pc:spChg chg="mod">
          <ac:chgData name="Amanda Green" userId="ef39f71f-8982-4ebf-9ef3-4fff8bc0b4a4" providerId="ADAL" clId="{BC26DE0E-BD3B-479F-A06A-F9823552A11C}" dt="2026-06-23T13:08:31.133" v="7296" actId="164"/>
          <ac:spMkLst>
            <pc:docMk/>
            <pc:sldMk cId="0" sldId="267"/>
            <ac:spMk id="15" creationId="{00000000-0000-0000-0000-000000000000}"/>
          </ac:spMkLst>
        </pc:spChg>
        <pc:spChg chg="mod">
          <ac:chgData name="Amanda Green" userId="ef39f71f-8982-4ebf-9ef3-4fff8bc0b4a4" providerId="ADAL" clId="{BC26DE0E-BD3B-479F-A06A-F9823552A11C}" dt="2026-06-23T13:08:33.628" v="7297" actId="164"/>
          <ac:spMkLst>
            <pc:docMk/>
            <pc:sldMk cId="0" sldId="267"/>
            <ac:spMk id="17" creationId="{00000000-0000-0000-0000-000000000000}"/>
          </ac:spMkLst>
        </pc:spChg>
        <pc:spChg chg="mod">
          <ac:chgData name="Amanda Green" userId="ef39f71f-8982-4ebf-9ef3-4fff8bc0b4a4" providerId="ADAL" clId="{BC26DE0E-BD3B-479F-A06A-F9823552A11C}" dt="2026-06-23T13:08:33.628" v="7297" actId="164"/>
          <ac:spMkLst>
            <pc:docMk/>
            <pc:sldMk cId="0" sldId="267"/>
            <ac:spMk id="18" creationId="{00000000-0000-0000-0000-000000000000}"/>
          </ac:spMkLst>
        </pc:spChg>
        <pc:spChg chg="mod">
          <ac:chgData name="Amanda Green" userId="ef39f71f-8982-4ebf-9ef3-4fff8bc0b4a4" providerId="ADAL" clId="{BC26DE0E-BD3B-479F-A06A-F9823552A11C}" dt="2026-06-23T13:08:35.778" v="7298" actId="164"/>
          <ac:spMkLst>
            <pc:docMk/>
            <pc:sldMk cId="0" sldId="267"/>
            <ac:spMk id="20" creationId="{00000000-0000-0000-0000-000000000000}"/>
          </ac:spMkLst>
        </pc:spChg>
        <pc:spChg chg="mod">
          <ac:chgData name="Amanda Green" userId="ef39f71f-8982-4ebf-9ef3-4fff8bc0b4a4" providerId="ADAL" clId="{BC26DE0E-BD3B-479F-A06A-F9823552A11C}" dt="2026-06-23T13:08:35.778" v="7298" actId="164"/>
          <ac:spMkLst>
            <pc:docMk/>
            <pc:sldMk cId="0" sldId="267"/>
            <ac:spMk id="21" creationId="{00000000-0000-0000-0000-000000000000}"/>
          </ac:spMkLst>
        </pc:spChg>
        <pc:grpChg chg="add mod">
          <ac:chgData name="Amanda Green" userId="ef39f71f-8982-4ebf-9ef3-4fff8bc0b4a4" providerId="ADAL" clId="{BC26DE0E-BD3B-479F-A06A-F9823552A11C}" dt="2026-06-23T13:09:27.657" v="7362" actId="1036"/>
          <ac:grpSpMkLst>
            <pc:docMk/>
            <pc:sldMk cId="0" sldId="267"/>
            <ac:grpSpMk id="4" creationId="{865C0E6D-B67C-627B-9656-A7DFB21B4814}"/>
          </ac:grpSpMkLst>
        </pc:grpChg>
        <pc:grpChg chg="add mod">
          <ac:chgData name="Amanda Green" userId="ef39f71f-8982-4ebf-9ef3-4fff8bc0b4a4" providerId="ADAL" clId="{BC26DE0E-BD3B-479F-A06A-F9823552A11C}" dt="2026-06-23T13:09:36.947" v="7363" actId="465"/>
          <ac:grpSpMkLst>
            <pc:docMk/>
            <pc:sldMk cId="0" sldId="267"/>
            <ac:grpSpMk id="7" creationId="{0C9A6FC9-0AD1-B3F8-2224-7EB81ECE77FE}"/>
          </ac:grpSpMkLst>
        </pc:grpChg>
        <pc:grpChg chg="add mod">
          <ac:chgData name="Amanda Green" userId="ef39f71f-8982-4ebf-9ef3-4fff8bc0b4a4" providerId="ADAL" clId="{BC26DE0E-BD3B-479F-A06A-F9823552A11C}" dt="2026-06-23T13:09:16.542" v="7355" actId="552"/>
          <ac:grpSpMkLst>
            <pc:docMk/>
            <pc:sldMk cId="0" sldId="267"/>
            <ac:grpSpMk id="10" creationId="{DD7AB019-4229-38B3-12D6-745052054259}"/>
          </ac:grpSpMkLst>
        </pc:grpChg>
        <pc:grpChg chg="add mod">
          <ac:chgData name="Amanda Green" userId="ef39f71f-8982-4ebf-9ef3-4fff8bc0b4a4" providerId="ADAL" clId="{BC26DE0E-BD3B-479F-A06A-F9823552A11C}" dt="2026-06-23T13:09:27.657" v="7362" actId="1036"/>
          <ac:grpSpMkLst>
            <pc:docMk/>
            <pc:sldMk cId="0" sldId="267"/>
            <ac:grpSpMk id="13" creationId="{C365BC41-C8DE-E399-928F-92C79722F97E}"/>
          </ac:grpSpMkLst>
        </pc:grpChg>
        <pc:grpChg chg="add mod">
          <ac:chgData name="Amanda Green" userId="ef39f71f-8982-4ebf-9ef3-4fff8bc0b4a4" providerId="ADAL" clId="{BC26DE0E-BD3B-479F-A06A-F9823552A11C}" dt="2026-06-23T13:09:46.964" v="7364" actId="1076"/>
          <ac:grpSpMkLst>
            <pc:docMk/>
            <pc:sldMk cId="0" sldId="267"/>
            <ac:grpSpMk id="16" creationId="{F1D5890B-4BCB-C7B9-EC3C-89DE968984D5}"/>
          </ac:grpSpMkLst>
        </pc:grpChg>
        <pc:grpChg chg="add mod">
          <ac:chgData name="Amanda Green" userId="ef39f71f-8982-4ebf-9ef3-4fff8bc0b4a4" providerId="ADAL" clId="{BC26DE0E-BD3B-479F-A06A-F9823552A11C}" dt="2026-06-23T13:09:08.041" v="7354" actId="1036"/>
          <ac:grpSpMkLst>
            <pc:docMk/>
            <pc:sldMk cId="0" sldId="267"/>
            <ac:grpSpMk id="19" creationId="{2E9AAC63-819F-BD27-8CAC-736BD45CF6B2}"/>
          </ac:grpSpMkLst>
        </pc:grpChg>
      </pc:sldChg>
      <pc:sldChg chg="modSp ord">
        <pc:chgData name="Amanda Green" userId="ef39f71f-8982-4ebf-9ef3-4fff8bc0b4a4" providerId="ADAL" clId="{BC26DE0E-BD3B-479F-A06A-F9823552A11C}" dt="2026-06-17T13:56:27.729" v="6780"/>
        <pc:sldMkLst>
          <pc:docMk/>
          <pc:sldMk cId="66598460" sldId="268"/>
        </pc:sldMkLst>
        <pc:graphicFrameChg chg="mod">
          <ac:chgData name="Amanda Green" userId="ef39f71f-8982-4ebf-9ef3-4fff8bc0b4a4" providerId="ADAL" clId="{BC26DE0E-BD3B-479F-A06A-F9823552A11C}" dt="2026-06-17T13:56:27.729" v="6780"/>
          <ac:graphicFrameMkLst>
            <pc:docMk/>
            <pc:sldMk cId="66598460" sldId="268"/>
            <ac:graphicFrameMk id="23" creationId="{90F589E5-C576-E0AF-0AE6-205EA202CB6E}"/>
          </ac:graphicFrameMkLst>
        </pc:graphicFrameChg>
      </pc:sldChg>
      <pc:sldChg chg="modSp add del mod">
        <pc:chgData name="Amanda Green" userId="ef39f71f-8982-4ebf-9ef3-4fff8bc0b4a4" providerId="ADAL" clId="{BC26DE0E-BD3B-479F-A06A-F9823552A11C}" dt="2026-06-23T13:24:12.259" v="7700" actId="1076"/>
        <pc:sldMkLst>
          <pc:docMk/>
          <pc:sldMk cId="0" sldId="269"/>
        </pc:sldMkLst>
        <pc:spChg chg="mod">
          <ac:chgData name="Amanda Green" userId="ef39f71f-8982-4ebf-9ef3-4fff8bc0b4a4" providerId="ADAL" clId="{BC26DE0E-BD3B-479F-A06A-F9823552A11C}" dt="2026-06-23T13:19:26.919" v="7595" actId="1037"/>
          <ac:spMkLst>
            <pc:docMk/>
            <pc:sldMk cId="0" sldId="269"/>
            <ac:spMk id="2" creationId="{00000000-0000-0000-0000-000000000000}"/>
          </ac:spMkLst>
        </pc:spChg>
        <pc:spChg chg="mod">
          <ac:chgData name="Amanda Green" userId="ef39f71f-8982-4ebf-9ef3-4fff8bc0b4a4" providerId="ADAL" clId="{BC26DE0E-BD3B-479F-A06A-F9823552A11C}" dt="2026-06-23T13:19:39.278" v="7597" actId="255"/>
          <ac:spMkLst>
            <pc:docMk/>
            <pc:sldMk cId="0" sldId="269"/>
            <ac:spMk id="4" creationId="{00000000-0000-0000-0000-000000000000}"/>
          </ac:spMkLst>
        </pc:spChg>
        <pc:spChg chg="mod">
          <ac:chgData name="Amanda Green" userId="ef39f71f-8982-4ebf-9ef3-4fff8bc0b4a4" providerId="ADAL" clId="{BC26DE0E-BD3B-479F-A06A-F9823552A11C}" dt="2026-06-23T13:20:10.458" v="7603" actId="255"/>
          <ac:spMkLst>
            <pc:docMk/>
            <pc:sldMk cId="0" sldId="269"/>
            <ac:spMk id="5" creationId="{00000000-0000-0000-0000-000000000000}"/>
          </ac:spMkLst>
        </pc:spChg>
        <pc:spChg chg="mod">
          <ac:chgData name="Amanda Green" userId="ef39f71f-8982-4ebf-9ef3-4fff8bc0b4a4" providerId="ADAL" clId="{BC26DE0E-BD3B-479F-A06A-F9823552A11C}" dt="2026-06-23T13:21:15.552" v="7608" actId="255"/>
          <ac:spMkLst>
            <pc:docMk/>
            <pc:sldMk cId="0" sldId="269"/>
            <ac:spMk id="6" creationId="{00000000-0000-0000-0000-000000000000}"/>
          </ac:spMkLst>
        </pc:spChg>
        <pc:spChg chg="mod">
          <ac:chgData name="Amanda Green" userId="ef39f71f-8982-4ebf-9ef3-4fff8bc0b4a4" providerId="ADAL" clId="{BC26DE0E-BD3B-479F-A06A-F9823552A11C}" dt="2026-06-23T13:19:44.025" v="7598" actId="255"/>
          <ac:spMkLst>
            <pc:docMk/>
            <pc:sldMk cId="0" sldId="269"/>
            <ac:spMk id="8" creationId="{00000000-0000-0000-0000-000000000000}"/>
          </ac:spMkLst>
        </pc:spChg>
        <pc:spChg chg="mod">
          <ac:chgData name="Amanda Green" userId="ef39f71f-8982-4ebf-9ef3-4fff8bc0b4a4" providerId="ADAL" clId="{BC26DE0E-BD3B-479F-A06A-F9823552A11C}" dt="2026-06-23T13:20:20.312" v="7605" actId="255"/>
          <ac:spMkLst>
            <pc:docMk/>
            <pc:sldMk cId="0" sldId="269"/>
            <ac:spMk id="9" creationId="{00000000-0000-0000-0000-000000000000}"/>
          </ac:spMkLst>
        </pc:spChg>
        <pc:spChg chg="mod">
          <ac:chgData name="Amanda Green" userId="ef39f71f-8982-4ebf-9ef3-4fff8bc0b4a4" providerId="ADAL" clId="{BC26DE0E-BD3B-479F-A06A-F9823552A11C}" dt="2026-06-23T13:21:21.761" v="7609" actId="255"/>
          <ac:spMkLst>
            <pc:docMk/>
            <pc:sldMk cId="0" sldId="269"/>
            <ac:spMk id="10" creationId="{00000000-0000-0000-0000-000000000000}"/>
          </ac:spMkLst>
        </pc:spChg>
        <pc:spChg chg="mod">
          <ac:chgData name="Amanda Green" userId="ef39f71f-8982-4ebf-9ef3-4fff8bc0b4a4" providerId="ADAL" clId="{BC26DE0E-BD3B-479F-A06A-F9823552A11C}" dt="2026-06-23T13:24:12.259" v="7700" actId="1076"/>
          <ac:spMkLst>
            <pc:docMk/>
            <pc:sldMk cId="0" sldId="269"/>
            <ac:spMk id="11" creationId="{7DFE7194-9BAA-884C-A3EA-6E215C6547F1}"/>
          </ac:spMkLst>
        </pc:spChg>
        <pc:spChg chg="mod">
          <ac:chgData name="Amanda Green" userId="ef39f71f-8982-4ebf-9ef3-4fff8bc0b4a4" providerId="ADAL" clId="{BC26DE0E-BD3B-479F-A06A-F9823552A11C}" dt="2026-06-23T13:19:48.544" v="7599" actId="255"/>
          <ac:spMkLst>
            <pc:docMk/>
            <pc:sldMk cId="0" sldId="269"/>
            <ac:spMk id="16" creationId="{00000000-0000-0000-0000-000000000000}"/>
          </ac:spMkLst>
        </pc:spChg>
        <pc:spChg chg="mod">
          <ac:chgData name="Amanda Green" userId="ef39f71f-8982-4ebf-9ef3-4fff8bc0b4a4" providerId="ADAL" clId="{BC26DE0E-BD3B-479F-A06A-F9823552A11C}" dt="2026-06-23T13:21:48.304" v="7623" actId="20577"/>
          <ac:spMkLst>
            <pc:docMk/>
            <pc:sldMk cId="0" sldId="269"/>
            <ac:spMk id="17" creationId="{00000000-0000-0000-0000-000000000000}"/>
          </ac:spMkLst>
        </pc:spChg>
        <pc:spChg chg="mod">
          <ac:chgData name="Amanda Green" userId="ef39f71f-8982-4ebf-9ef3-4fff8bc0b4a4" providerId="ADAL" clId="{BC26DE0E-BD3B-479F-A06A-F9823552A11C}" dt="2026-06-23T13:21:26.656" v="7610" actId="255"/>
          <ac:spMkLst>
            <pc:docMk/>
            <pc:sldMk cId="0" sldId="269"/>
            <ac:spMk id="18" creationId="{00000000-0000-0000-0000-000000000000}"/>
          </ac:spMkLst>
        </pc:spChg>
        <pc:spChg chg="mod">
          <ac:chgData name="Amanda Green" userId="ef39f71f-8982-4ebf-9ef3-4fff8bc0b4a4" providerId="ADAL" clId="{BC26DE0E-BD3B-479F-A06A-F9823552A11C}" dt="2026-06-23T13:19:52.672" v="7600" actId="255"/>
          <ac:spMkLst>
            <pc:docMk/>
            <pc:sldMk cId="0" sldId="269"/>
            <ac:spMk id="20" creationId="{00000000-0000-0000-0000-000000000000}"/>
          </ac:spMkLst>
        </pc:spChg>
        <pc:spChg chg="mod">
          <ac:chgData name="Amanda Green" userId="ef39f71f-8982-4ebf-9ef3-4fff8bc0b4a4" providerId="ADAL" clId="{BC26DE0E-BD3B-479F-A06A-F9823552A11C}" dt="2026-06-23T13:22:13.544" v="7653" actId="20577"/>
          <ac:spMkLst>
            <pc:docMk/>
            <pc:sldMk cId="0" sldId="269"/>
            <ac:spMk id="21" creationId="{00000000-0000-0000-0000-000000000000}"/>
          </ac:spMkLst>
        </pc:spChg>
        <pc:spChg chg="mod">
          <ac:chgData name="Amanda Green" userId="ef39f71f-8982-4ebf-9ef3-4fff8bc0b4a4" providerId="ADAL" clId="{BC26DE0E-BD3B-479F-A06A-F9823552A11C}" dt="2026-06-23T13:21:31.519" v="7611" actId="255"/>
          <ac:spMkLst>
            <pc:docMk/>
            <pc:sldMk cId="0" sldId="269"/>
            <ac:spMk id="22" creationId="{00000000-0000-0000-0000-000000000000}"/>
          </ac:spMkLst>
        </pc:spChg>
        <pc:spChg chg="mod">
          <ac:chgData name="Amanda Green" userId="ef39f71f-8982-4ebf-9ef3-4fff8bc0b4a4" providerId="ADAL" clId="{BC26DE0E-BD3B-479F-A06A-F9823552A11C}" dt="2026-06-23T13:19:57.032" v="7601" actId="255"/>
          <ac:spMkLst>
            <pc:docMk/>
            <pc:sldMk cId="0" sldId="269"/>
            <ac:spMk id="24" creationId="{00000000-0000-0000-0000-000000000000}"/>
          </ac:spMkLst>
        </pc:spChg>
        <pc:spChg chg="mod">
          <ac:chgData name="Amanda Green" userId="ef39f71f-8982-4ebf-9ef3-4fff8bc0b4a4" providerId="ADAL" clId="{BC26DE0E-BD3B-479F-A06A-F9823552A11C}" dt="2026-06-23T13:22:33.627" v="7670" actId="255"/>
          <ac:spMkLst>
            <pc:docMk/>
            <pc:sldMk cId="0" sldId="269"/>
            <ac:spMk id="25" creationId="{00000000-0000-0000-0000-000000000000}"/>
          </ac:spMkLst>
        </pc:spChg>
        <pc:grpChg chg="mod">
          <ac:chgData name="Amanda Green" userId="ef39f71f-8982-4ebf-9ef3-4fff8bc0b4a4" providerId="ADAL" clId="{BC26DE0E-BD3B-479F-A06A-F9823552A11C}" dt="2026-06-23T13:22:43.710" v="7671" actId="14100"/>
          <ac:grpSpMkLst>
            <pc:docMk/>
            <pc:sldMk cId="0" sldId="269"/>
            <ac:grpSpMk id="33" creationId="{0BCC9480-B6FD-A5A5-63A8-C34E5C71B2EE}"/>
          </ac:grpSpMkLst>
        </pc:grpChg>
      </pc:sldChg>
      <pc:sldChg chg="ord">
        <pc:chgData name="Amanda Green" userId="ef39f71f-8982-4ebf-9ef3-4fff8bc0b4a4" providerId="ADAL" clId="{BC26DE0E-BD3B-479F-A06A-F9823552A11C}" dt="2026-06-17T14:03:37.577" v="6875"/>
        <pc:sldMkLst>
          <pc:docMk/>
          <pc:sldMk cId="3341288976" sldId="272"/>
        </pc:sldMkLst>
      </pc:sldChg>
      <pc:sldChg chg="modSp mod">
        <pc:chgData name="Amanda Green" userId="ef39f71f-8982-4ebf-9ef3-4fff8bc0b4a4" providerId="ADAL" clId="{BC26DE0E-BD3B-479F-A06A-F9823552A11C}" dt="2026-06-24T14:23:40.625" v="8180" actId="20577"/>
        <pc:sldMkLst>
          <pc:docMk/>
          <pc:sldMk cId="1589026013" sldId="273"/>
        </pc:sldMkLst>
        <pc:graphicFrameChg chg="modGraphic">
          <ac:chgData name="Amanda Green" userId="ef39f71f-8982-4ebf-9ef3-4fff8bc0b4a4" providerId="ADAL" clId="{BC26DE0E-BD3B-479F-A06A-F9823552A11C}" dt="2026-06-24T14:23:40.625" v="8180" actId="20577"/>
          <ac:graphicFrameMkLst>
            <pc:docMk/>
            <pc:sldMk cId="1589026013" sldId="273"/>
            <ac:graphicFrameMk id="5" creationId="{B97D648D-229C-A9FD-4353-A63A71118588}"/>
          </ac:graphicFrameMkLst>
        </pc:graphicFrameChg>
      </pc:sldChg>
      <pc:sldChg chg="addSp delSp modSp mod">
        <pc:chgData name="Amanda Green" userId="ef39f71f-8982-4ebf-9ef3-4fff8bc0b4a4" providerId="ADAL" clId="{BC26DE0E-BD3B-479F-A06A-F9823552A11C}" dt="2026-06-17T14:31:20.616" v="7057" actId="1076"/>
        <pc:sldMkLst>
          <pc:docMk/>
          <pc:sldMk cId="2380782104" sldId="278"/>
        </pc:sldMkLst>
        <pc:spChg chg="add mod">
          <ac:chgData name="Amanda Green" userId="ef39f71f-8982-4ebf-9ef3-4fff8bc0b4a4" providerId="ADAL" clId="{BC26DE0E-BD3B-479F-A06A-F9823552A11C}" dt="2026-06-17T14:31:01.002" v="7043" actId="164"/>
          <ac:spMkLst>
            <pc:docMk/>
            <pc:sldMk cId="2380782104" sldId="278"/>
            <ac:spMk id="8" creationId="{E96CBA9F-F332-B72E-AF84-689E2163FD14}"/>
          </ac:spMkLst>
        </pc:spChg>
        <pc:grpChg chg="add mod">
          <ac:chgData name="Amanda Green" userId="ef39f71f-8982-4ebf-9ef3-4fff8bc0b4a4" providerId="ADAL" clId="{BC26DE0E-BD3B-479F-A06A-F9823552A11C}" dt="2026-06-17T14:31:13.768" v="7052" actId="1035"/>
          <ac:grpSpMkLst>
            <pc:docMk/>
            <pc:sldMk cId="2380782104" sldId="278"/>
            <ac:grpSpMk id="9" creationId="{9D40D7FC-F85C-F4E4-1595-9031A06F8B8F}"/>
          </ac:grpSpMkLst>
        </pc:grpChg>
        <pc:picChg chg="add mod ord">
          <ac:chgData name="Amanda Green" userId="ef39f71f-8982-4ebf-9ef3-4fff8bc0b4a4" providerId="ADAL" clId="{BC26DE0E-BD3B-479F-A06A-F9823552A11C}" dt="2026-06-17T14:31:01.002" v="7043" actId="164"/>
          <ac:picMkLst>
            <pc:docMk/>
            <pc:sldMk cId="2380782104" sldId="278"/>
            <ac:picMk id="7" creationId="{5806115D-91F0-912F-AA52-042F4E889931}"/>
          </ac:picMkLst>
        </pc:picChg>
        <pc:picChg chg="mod">
          <ac:chgData name="Amanda Green" userId="ef39f71f-8982-4ebf-9ef3-4fff8bc0b4a4" providerId="ADAL" clId="{BC26DE0E-BD3B-479F-A06A-F9823552A11C}" dt="2026-06-17T14:31:20.616" v="7057" actId="1076"/>
          <ac:picMkLst>
            <pc:docMk/>
            <pc:sldMk cId="2380782104" sldId="278"/>
            <ac:picMk id="14" creationId="{9B1F37BC-5DE2-7F69-2ECC-F6788B2577C7}"/>
          </ac:picMkLst>
        </pc:picChg>
      </pc:sldChg>
      <pc:sldChg chg="addSp modSp mod ord">
        <pc:chgData name="Amanda Green" userId="ef39f71f-8982-4ebf-9ef3-4fff8bc0b4a4" providerId="ADAL" clId="{BC26DE0E-BD3B-479F-A06A-F9823552A11C}" dt="2026-06-17T14:02:28.153" v="6870" actId="14100"/>
        <pc:sldMkLst>
          <pc:docMk/>
          <pc:sldMk cId="1487408366" sldId="300"/>
        </pc:sldMkLst>
        <pc:spChg chg="add mod">
          <ac:chgData name="Amanda Green" userId="ef39f71f-8982-4ebf-9ef3-4fff8bc0b4a4" providerId="ADAL" clId="{BC26DE0E-BD3B-479F-A06A-F9823552A11C}" dt="2026-06-17T14:02:28.153" v="6870" actId="14100"/>
          <ac:spMkLst>
            <pc:docMk/>
            <pc:sldMk cId="1487408366" sldId="300"/>
            <ac:spMk id="2" creationId="{1319EA59-3C3F-1665-4A6B-0993628442F9}"/>
          </ac:spMkLst>
        </pc:spChg>
        <pc:spChg chg="add mod">
          <ac:chgData name="Amanda Green" userId="ef39f71f-8982-4ebf-9ef3-4fff8bc0b4a4" providerId="ADAL" clId="{BC26DE0E-BD3B-479F-A06A-F9823552A11C}" dt="2026-06-17T14:02:23.605" v="6869" actId="14100"/>
          <ac:spMkLst>
            <pc:docMk/>
            <pc:sldMk cId="1487408366" sldId="300"/>
            <ac:spMk id="5" creationId="{23C87FCB-75C1-D90B-C7B1-0548EC33B72C}"/>
          </ac:spMkLst>
        </pc:spChg>
      </pc:sldChg>
      <pc:sldChg chg="modSp mod ord">
        <pc:chgData name="Amanda Green" userId="ef39f71f-8982-4ebf-9ef3-4fff8bc0b4a4" providerId="ADAL" clId="{BC26DE0E-BD3B-479F-A06A-F9823552A11C}" dt="2026-06-17T14:04:14.374" v="6879" actId="20577"/>
        <pc:sldMkLst>
          <pc:docMk/>
          <pc:sldMk cId="3775792173" sldId="374"/>
        </pc:sldMkLst>
        <pc:spChg chg="mod">
          <ac:chgData name="Amanda Green" userId="ef39f71f-8982-4ebf-9ef3-4fff8bc0b4a4" providerId="ADAL" clId="{BC26DE0E-BD3B-479F-A06A-F9823552A11C}" dt="2026-06-17T14:04:14.374" v="6879" actId="20577"/>
          <ac:spMkLst>
            <pc:docMk/>
            <pc:sldMk cId="3775792173" sldId="374"/>
            <ac:spMk id="5" creationId="{2FEC226F-5EBC-8DE9-7B35-47FBEFD193CB}"/>
          </ac:spMkLst>
        </pc:spChg>
      </pc:sldChg>
      <pc:sldChg chg="ord">
        <pc:chgData name="Amanda Green" userId="ef39f71f-8982-4ebf-9ef3-4fff8bc0b4a4" providerId="ADAL" clId="{BC26DE0E-BD3B-479F-A06A-F9823552A11C}" dt="2026-06-17T13:56:47.593" v="6784"/>
        <pc:sldMkLst>
          <pc:docMk/>
          <pc:sldMk cId="2221892199" sldId="395"/>
        </pc:sldMkLst>
      </pc:sldChg>
      <pc:sldChg chg="modSp mod">
        <pc:chgData name="Amanda Green" userId="ef39f71f-8982-4ebf-9ef3-4fff8bc0b4a4" providerId="ADAL" clId="{BC26DE0E-BD3B-479F-A06A-F9823552A11C}" dt="2026-06-23T17:59:17.185" v="8171" actId="20577"/>
        <pc:sldMkLst>
          <pc:docMk/>
          <pc:sldMk cId="2369880883" sldId="433"/>
        </pc:sldMkLst>
        <pc:graphicFrameChg chg="modGraphic">
          <ac:chgData name="Amanda Green" userId="ef39f71f-8982-4ebf-9ef3-4fff8bc0b4a4" providerId="ADAL" clId="{BC26DE0E-BD3B-479F-A06A-F9823552A11C}" dt="2026-06-23T17:59:17.185" v="8171" actId="20577"/>
          <ac:graphicFrameMkLst>
            <pc:docMk/>
            <pc:sldMk cId="2369880883" sldId="433"/>
            <ac:graphicFrameMk id="3" creationId="{9849D31E-4531-1EF1-5DA7-971A717EEBD7}"/>
          </ac:graphicFrameMkLst>
        </pc:graphicFrameChg>
      </pc:sldChg>
      <pc:sldChg chg="modSp del mod">
        <pc:chgData name="Amanda Green" userId="ef39f71f-8982-4ebf-9ef3-4fff8bc0b4a4" providerId="ADAL" clId="{BC26DE0E-BD3B-479F-A06A-F9823552A11C}" dt="2026-06-23T16:59:15.752" v="8130" actId="47"/>
        <pc:sldMkLst>
          <pc:docMk/>
          <pc:sldMk cId="1950731166" sldId="447"/>
        </pc:sldMkLst>
      </pc:sldChg>
      <pc:sldChg chg="modSp mod">
        <pc:chgData name="Amanda Green" userId="ef39f71f-8982-4ebf-9ef3-4fff8bc0b4a4" providerId="ADAL" clId="{BC26DE0E-BD3B-479F-A06A-F9823552A11C}" dt="2026-06-17T13:48:10.682" v="6519" actId="1037"/>
        <pc:sldMkLst>
          <pc:docMk/>
          <pc:sldMk cId="2243969623" sldId="450"/>
        </pc:sldMkLst>
        <pc:graphicFrameChg chg="mod modGraphic">
          <ac:chgData name="Amanda Green" userId="ef39f71f-8982-4ebf-9ef3-4fff8bc0b4a4" providerId="ADAL" clId="{BC26DE0E-BD3B-479F-A06A-F9823552A11C}" dt="2026-06-17T13:48:10.682" v="6519" actId="1037"/>
          <ac:graphicFrameMkLst>
            <pc:docMk/>
            <pc:sldMk cId="2243969623" sldId="450"/>
            <ac:graphicFrameMk id="5" creationId="{7F663191-CFA5-C411-2A76-A4C2391F40DF}"/>
          </ac:graphicFrameMkLst>
        </pc:graphicFrameChg>
      </pc:sldChg>
      <pc:sldChg chg="delSp modSp add del mod">
        <pc:chgData name="Amanda Green" userId="ef39f71f-8982-4ebf-9ef3-4fff8bc0b4a4" providerId="ADAL" clId="{BC26DE0E-BD3B-479F-A06A-F9823552A11C}" dt="2026-06-23T13:05:28.490" v="7249" actId="478"/>
        <pc:sldMkLst>
          <pc:docMk/>
          <pc:sldMk cId="0" sldId="453"/>
        </pc:sldMkLst>
        <pc:spChg chg="del">
          <ac:chgData name="Amanda Green" userId="ef39f71f-8982-4ebf-9ef3-4fff8bc0b4a4" providerId="ADAL" clId="{BC26DE0E-BD3B-479F-A06A-F9823552A11C}" dt="2026-06-23T13:05:28.490" v="7249" actId="478"/>
          <ac:spMkLst>
            <pc:docMk/>
            <pc:sldMk cId="0" sldId="453"/>
            <ac:spMk id="2" creationId="{ED28499C-455B-3CBC-9BA2-F59BB72C75F3}"/>
          </ac:spMkLst>
        </pc:spChg>
        <pc:spChg chg="mod">
          <ac:chgData name="Amanda Green" userId="ef39f71f-8982-4ebf-9ef3-4fff8bc0b4a4" providerId="ADAL" clId="{BC26DE0E-BD3B-479F-A06A-F9823552A11C}" dt="2026-06-23T13:01:51.006" v="7187" actId="14100"/>
          <ac:spMkLst>
            <pc:docMk/>
            <pc:sldMk cId="0" sldId="453"/>
            <ac:spMk id="399" creationId="{00000000-0000-0000-0000-000000000000}"/>
          </ac:spMkLst>
        </pc:spChg>
        <pc:spChg chg="mod">
          <ac:chgData name="Amanda Green" userId="ef39f71f-8982-4ebf-9ef3-4fff8bc0b4a4" providerId="ADAL" clId="{BC26DE0E-BD3B-479F-A06A-F9823552A11C}" dt="2026-06-23T13:03:17.181" v="7207" actId="6549"/>
          <ac:spMkLst>
            <pc:docMk/>
            <pc:sldMk cId="0" sldId="453"/>
            <ac:spMk id="400" creationId="{00000000-0000-0000-0000-000000000000}"/>
          </ac:spMkLst>
        </pc:spChg>
        <pc:spChg chg="mod">
          <ac:chgData name="Amanda Green" userId="ef39f71f-8982-4ebf-9ef3-4fff8bc0b4a4" providerId="ADAL" clId="{BC26DE0E-BD3B-479F-A06A-F9823552A11C}" dt="2026-06-23T13:03:10.956" v="7206" actId="1036"/>
          <ac:spMkLst>
            <pc:docMk/>
            <pc:sldMk cId="0" sldId="453"/>
            <ac:spMk id="402" creationId="{00000000-0000-0000-0000-000000000000}"/>
          </ac:spMkLst>
        </pc:spChg>
        <pc:spChg chg="mod">
          <ac:chgData name="Amanda Green" userId="ef39f71f-8982-4ebf-9ef3-4fff8bc0b4a4" providerId="ADAL" clId="{BC26DE0E-BD3B-479F-A06A-F9823552A11C}" dt="2026-06-23T13:03:04.703" v="7198" actId="552"/>
          <ac:spMkLst>
            <pc:docMk/>
            <pc:sldMk cId="0" sldId="453"/>
            <ac:spMk id="404" creationId="{00000000-0000-0000-0000-000000000000}"/>
          </ac:spMkLst>
        </pc:spChg>
        <pc:spChg chg="mod">
          <ac:chgData name="Amanda Green" userId="ef39f71f-8982-4ebf-9ef3-4fff8bc0b4a4" providerId="ADAL" clId="{BC26DE0E-BD3B-479F-A06A-F9823552A11C}" dt="2026-06-23T13:01:25.884" v="7148" actId="1036"/>
          <ac:spMkLst>
            <pc:docMk/>
            <pc:sldMk cId="0" sldId="453"/>
            <ac:spMk id="405" creationId="{00000000-0000-0000-0000-000000000000}"/>
          </ac:spMkLst>
        </pc:spChg>
        <pc:picChg chg="mod">
          <ac:chgData name="Amanda Green" userId="ef39f71f-8982-4ebf-9ef3-4fff8bc0b4a4" providerId="ADAL" clId="{BC26DE0E-BD3B-479F-A06A-F9823552A11C}" dt="2026-06-23T13:01:43.185" v="7186" actId="14100"/>
          <ac:picMkLst>
            <pc:docMk/>
            <pc:sldMk cId="0" sldId="453"/>
            <ac:picMk id="4" creationId="{65DA2CF5-E325-66A2-BB50-197B951C43B5}"/>
          </ac:picMkLst>
        </pc:picChg>
        <pc:picChg chg="mod modCrop">
          <ac:chgData name="Amanda Green" userId="ef39f71f-8982-4ebf-9ef3-4fff8bc0b4a4" providerId="ADAL" clId="{BC26DE0E-BD3B-479F-A06A-F9823552A11C}" dt="2026-06-23T13:01:56.910" v="7188" actId="732"/>
          <ac:picMkLst>
            <pc:docMk/>
            <pc:sldMk cId="0" sldId="453"/>
            <ac:picMk id="398" creationId="{00000000-0000-0000-0000-000000000000}"/>
          </ac:picMkLst>
        </pc:picChg>
      </pc:sldChg>
      <pc:sldChg chg="ord">
        <pc:chgData name="Amanda Green" userId="ef39f71f-8982-4ebf-9ef3-4fff8bc0b4a4" providerId="ADAL" clId="{BC26DE0E-BD3B-479F-A06A-F9823552A11C}" dt="2026-06-17T13:55:53.205" v="6760"/>
        <pc:sldMkLst>
          <pc:docMk/>
          <pc:sldMk cId="2253458067" sldId="600"/>
        </pc:sldMkLst>
      </pc:sldChg>
      <pc:sldChg chg="modSp ord">
        <pc:chgData name="Amanda Green" userId="ef39f71f-8982-4ebf-9ef3-4fff8bc0b4a4" providerId="ADAL" clId="{BC26DE0E-BD3B-479F-A06A-F9823552A11C}" dt="2026-06-18T14:35:41.443" v="7058" actId="14826"/>
        <pc:sldMkLst>
          <pc:docMk/>
          <pc:sldMk cId="3692031917" sldId="601"/>
        </pc:sldMkLst>
        <pc:picChg chg="mod">
          <ac:chgData name="Amanda Green" userId="ef39f71f-8982-4ebf-9ef3-4fff8bc0b4a4" providerId="ADAL" clId="{BC26DE0E-BD3B-479F-A06A-F9823552A11C}" dt="2026-06-18T14:35:41.443" v="7058" actId="14826"/>
          <ac:picMkLst>
            <pc:docMk/>
            <pc:sldMk cId="3692031917" sldId="601"/>
            <ac:picMk id="8" creationId="{6E0118A5-C677-A4C8-C41B-CCDBB72461AB}"/>
          </ac:picMkLst>
        </pc:picChg>
      </pc:sldChg>
      <pc:sldChg chg="ord">
        <pc:chgData name="Amanda Green" userId="ef39f71f-8982-4ebf-9ef3-4fff8bc0b4a4" providerId="ADAL" clId="{BC26DE0E-BD3B-479F-A06A-F9823552A11C}" dt="2026-06-17T13:58:28.157" v="6801"/>
        <pc:sldMkLst>
          <pc:docMk/>
          <pc:sldMk cId="157635659" sldId="605"/>
        </pc:sldMkLst>
      </pc:sldChg>
      <pc:sldChg chg="modSp mod ord">
        <pc:chgData name="Amanda Green" userId="ef39f71f-8982-4ebf-9ef3-4fff8bc0b4a4" providerId="ADAL" clId="{BC26DE0E-BD3B-479F-A06A-F9823552A11C}" dt="2026-06-24T14:18:37.399" v="8173" actId="20577"/>
        <pc:sldMkLst>
          <pc:docMk/>
          <pc:sldMk cId="2461149495" sldId="606"/>
        </pc:sldMkLst>
        <pc:spChg chg="mod">
          <ac:chgData name="Amanda Green" userId="ef39f71f-8982-4ebf-9ef3-4fff8bc0b4a4" providerId="ADAL" clId="{BC26DE0E-BD3B-479F-A06A-F9823552A11C}" dt="2026-06-24T14:18:37.399" v="8173" actId="20577"/>
          <ac:spMkLst>
            <pc:docMk/>
            <pc:sldMk cId="2461149495" sldId="606"/>
            <ac:spMk id="2" creationId="{9A13689E-1297-3184-1DD3-D1F27A084497}"/>
          </ac:spMkLst>
        </pc:spChg>
      </pc:sldChg>
      <pc:sldChg chg="modSp mod ord">
        <pc:chgData name="Amanda Green" userId="ef39f71f-8982-4ebf-9ef3-4fff8bc0b4a4" providerId="ADAL" clId="{BC26DE0E-BD3B-479F-A06A-F9823552A11C}" dt="2026-06-17T13:56:41.866" v="6782"/>
        <pc:sldMkLst>
          <pc:docMk/>
          <pc:sldMk cId="3134109848" sldId="607"/>
        </pc:sldMkLst>
        <pc:picChg chg="mod modCrop">
          <ac:chgData name="Amanda Green" userId="ef39f71f-8982-4ebf-9ef3-4fff8bc0b4a4" providerId="ADAL" clId="{BC26DE0E-BD3B-479F-A06A-F9823552A11C}" dt="2026-06-16T19:02:13.097" v="5891" actId="1076"/>
          <ac:picMkLst>
            <pc:docMk/>
            <pc:sldMk cId="3134109848" sldId="607"/>
            <ac:picMk id="3" creationId="{0F01BCFB-8A6D-E834-3912-CA791367B8D4}"/>
          </ac:picMkLst>
        </pc:picChg>
      </pc:sldChg>
      <pc:sldChg chg="addSp delSp modSp mod">
        <pc:chgData name="Amanda Green" userId="ef39f71f-8982-4ebf-9ef3-4fff8bc0b4a4" providerId="ADAL" clId="{BC26DE0E-BD3B-479F-A06A-F9823552A11C}" dt="2026-06-23T17:59:00.381" v="8169" actId="1038"/>
        <pc:sldMkLst>
          <pc:docMk/>
          <pc:sldMk cId="1461494686" sldId="611"/>
        </pc:sldMkLst>
        <pc:spChg chg="mod">
          <ac:chgData name="Amanda Green" userId="ef39f71f-8982-4ebf-9ef3-4fff8bc0b4a4" providerId="ADAL" clId="{BC26DE0E-BD3B-479F-A06A-F9823552A11C}" dt="2026-06-23T17:57:45.561" v="8153" actId="255"/>
          <ac:spMkLst>
            <pc:docMk/>
            <pc:sldMk cId="1461494686" sldId="611"/>
            <ac:spMk id="11" creationId="{3E0B9B5C-7C58-37CE-0E07-308C12ACBA47}"/>
          </ac:spMkLst>
        </pc:spChg>
        <pc:graphicFrameChg chg="mod modGraphic">
          <ac:chgData name="Amanda Green" userId="ef39f71f-8982-4ebf-9ef3-4fff8bc0b4a4" providerId="ADAL" clId="{BC26DE0E-BD3B-479F-A06A-F9823552A11C}" dt="2026-06-23T17:58:48.871" v="8161" actId="14100"/>
          <ac:graphicFrameMkLst>
            <pc:docMk/>
            <pc:sldMk cId="1461494686" sldId="611"/>
            <ac:graphicFrameMk id="7" creationId="{5D8FB5BB-82F3-850E-EF0D-1A5040D93C88}"/>
          </ac:graphicFrameMkLst>
        </pc:graphicFrameChg>
        <pc:picChg chg="add mod">
          <ac:chgData name="Amanda Green" userId="ef39f71f-8982-4ebf-9ef3-4fff8bc0b4a4" providerId="ADAL" clId="{BC26DE0E-BD3B-479F-A06A-F9823552A11C}" dt="2026-06-23T17:59:00.381" v="8169" actId="1038"/>
          <ac:picMkLst>
            <pc:docMk/>
            <pc:sldMk cId="1461494686" sldId="611"/>
            <ac:picMk id="2" creationId="{EA039C34-12DD-C963-418A-E7E2B5E70FAC}"/>
          </ac:picMkLst>
        </pc:picChg>
      </pc:sldChg>
      <pc:sldChg chg="ord">
        <pc:chgData name="Amanda Green" userId="ef39f71f-8982-4ebf-9ef3-4fff8bc0b4a4" providerId="ADAL" clId="{BC26DE0E-BD3B-479F-A06A-F9823552A11C}" dt="2026-06-17T13:58:21.594" v="6799"/>
        <pc:sldMkLst>
          <pc:docMk/>
          <pc:sldMk cId="925982291" sldId="614"/>
        </pc:sldMkLst>
      </pc:sldChg>
      <pc:sldChg chg="ord">
        <pc:chgData name="Amanda Green" userId="ef39f71f-8982-4ebf-9ef3-4fff8bc0b4a4" providerId="ADAL" clId="{BC26DE0E-BD3B-479F-A06A-F9823552A11C}" dt="2026-06-17T13:58:13.916" v="6797"/>
        <pc:sldMkLst>
          <pc:docMk/>
          <pc:sldMk cId="3006700127" sldId="617"/>
        </pc:sldMkLst>
      </pc:sldChg>
      <pc:sldChg chg="modSp mod">
        <pc:chgData name="Amanda Green" userId="ef39f71f-8982-4ebf-9ef3-4fff8bc0b4a4" providerId="ADAL" clId="{BC26DE0E-BD3B-479F-A06A-F9823552A11C}" dt="2026-06-17T14:12:47.373" v="7016" actId="20577"/>
        <pc:sldMkLst>
          <pc:docMk/>
          <pc:sldMk cId="3765947255" sldId="620"/>
        </pc:sldMkLst>
        <pc:spChg chg="mod">
          <ac:chgData name="Amanda Green" userId="ef39f71f-8982-4ebf-9ef3-4fff8bc0b4a4" providerId="ADAL" clId="{BC26DE0E-BD3B-479F-A06A-F9823552A11C}" dt="2026-06-17T14:12:47.373" v="7016" actId="20577"/>
          <ac:spMkLst>
            <pc:docMk/>
            <pc:sldMk cId="3765947255" sldId="620"/>
            <ac:spMk id="11" creationId="{B57EE730-D94C-D3DA-04DB-EF71095BCE10}"/>
          </ac:spMkLst>
        </pc:spChg>
      </pc:sldChg>
      <pc:sldChg chg="modSp mod ord">
        <pc:chgData name="Amanda Green" userId="ef39f71f-8982-4ebf-9ef3-4fff8bc0b4a4" providerId="ADAL" clId="{BC26DE0E-BD3B-479F-A06A-F9823552A11C}" dt="2026-06-23T17:01:16.448" v="8147" actId="255"/>
        <pc:sldMkLst>
          <pc:docMk/>
          <pc:sldMk cId="47996111" sldId="636"/>
        </pc:sldMkLst>
        <pc:spChg chg="mod">
          <ac:chgData name="Amanda Green" userId="ef39f71f-8982-4ebf-9ef3-4fff8bc0b4a4" providerId="ADAL" clId="{BC26DE0E-BD3B-479F-A06A-F9823552A11C}" dt="2026-06-23T13:40:34.870" v="7947" actId="552"/>
          <ac:spMkLst>
            <pc:docMk/>
            <pc:sldMk cId="47996111" sldId="636"/>
            <ac:spMk id="2" creationId="{D8CFAD33-25DA-AD9B-3BC3-5FCEEDC6C472}"/>
          </ac:spMkLst>
        </pc:spChg>
        <pc:spChg chg="mod">
          <ac:chgData name="Amanda Green" userId="ef39f71f-8982-4ebf-9ef3-4fff8bc0b4a4" providerId="ADAL" clId="{BC26DE0E-BD3B-479F-A06A-F9823552A11C}" dt="2026-06-23T17:01:16.448" v="8147" actId="255"/>
          <ac:spMkLst>
            <pc:docMk/>
            <pc:sldMk cId="47996111" sldId="636"/>
            <ac:spMk id="5" creationId="{A4C2EF08-C3B3-C426-6578-86A640BBCF7D}"/>
          </ac:spMkLst>
        </pc:spChg>
      </pc:sldChg>
      <pc:sldChg chg="delSp mod">
        <pc:chgData name="Amanda Green" userId="ef39f71f-8982-4ebf-9ef3-4fff8bc0b4a4" providerId="ADAL" clId="{BC26DE0E-BD3B-479F-A06A-F9823552A11C}" dt="2026-06-23T13:38:43.563" v="7864" actId="478"/>
        <pc:sldMkLst>
          <pc:docMk/>
          <pc:sldMk cId="2710589000" sldId="637"/>
        </pc:sldMkLst>
        <pc:spChg chg="del">
          <ac:chgData name="Amanda Green" userId="ef39f71f-8982-4ebf-9ef3-4fff8bc0b4a4" providerId="ADAL" clId="{BC26DE0E-BD3B-479F-A06A-F9823552A11C}" dt="2026-06-23T13:38:43.563" v="7864" actId="478"/>
          <ac:spMkLst>
            <pc:docMk/>
            <pc:sldMk cId="2710589000" sldId="637"/>
            <ac:spMk id="4" creationId="{E7E0C611-502A-8E38-9DF2-B152E3DDD004}"/>
          </ac:spMkLst>
        </pc:spChg>
      </pc:sldChg>
      <pc:sldChg chg="delSp mod">
        <pc:chgData name="Amanda Green" userId="ef39f71f-8982-4ebf-9ef3-4fff8bc0b4a4" providerId="ADAL" clId="{BC26DE0E-BD3B-479F-A06A-F9823552A11C}" dt="2026-06-23T13:38:48.668" v="7865" actId="478"/>
        <pc:sldMkLst>
          <pc:docMk/>
          <pc:sldMk cId="2838603148" sldId="638"/>
        </pc:sldMkLst>
        <pc:spChg chg="del">
          <ac:chgData name="Amanda Green" userId="ef39f71f-8982-4ebf-9ef3-4fff8bc0b4a4" providerId="ADAL" clId="{BC26DE0E-BD3B-479F-A06A-F9823552A11C}" dt="2026-06-23T13:38:48.668" v="7865" actId="478"/>
          <ac:spMkLst>
            <pc:docMk/>
            <pc:sldMk cId="2838603148" sldId="638"/>
            <ac:spMk id="4" creationId="{228FB61C-E714-CEC2-E718-099EB6376CED}"/>
          </ac:spMkLst>
        </pc:spChg>
      </pc:sldChg>
      <pc:sldChg chg="modSp mod ord">
        <pc:chgData name="Amanda Green" userId="ef39f71f-8982-4ebf-9ef3-4fff8bc0b4a4" providerId="ADAL" clId="{BC26DE0E-BD3B-479F-A06A-F9823552A11C}" dt="2026-06-16T19:08:51.784" v="6331" actId="20577"/>
        <pc:sldMkLst>
          <pc:docMk/>
          <pc:sldMk cId="1959383507" sldId="652"/>
        </pc:sldMkLst>
        <pc:spChg chg="mod">
          <ac:chgData name="Amanda Green" userId="ef39f71f-8982-4ebf-9ef3-4fff8bc0b4a4" providerId="ADAL" clId="{BC26DE0E-BD3B-479F-A06A-F9823552A11C}" dt="2026-06-16T19:08:51.784" v="6331" actId="20577"/>
          <ac:spMkLst>
            <pc:docMk/>
            <pc:sldMk cId="1959383507" sldId="652"/>
            <ac:spMk id="2" creationId="{E131F8E8-FEC7-8EF6-8029-DA8D973DF2CF}"/>
          </ac:spMkLst>
        </pc:spChg>
      </pc:sldChg>
      <pc:sldChg chg="addSp delSp modSp add mod ord">
        <pc:chgData name="Amanda Green" userId="ef39f71f-8982-4ebf-9ef3-4fff8bc0b4a4" providerId="ADAL" clId="{BC26DE0E-BD3B-479F-A06A-F9823552A11C}" dt="2026-06-23T14:07:14.301" v="8070"/>
        <pc:sldMkLst>
          <pc:docMk/>
          <pc:sldMk cId="4103785732" sldId="670"/>
        </pc:sldMkLst>
        <pc:spChg chg="mod">
          <ac:chgData name="Amanda Green" userId="ef39f71f-8982-4ebf-9ef3-4fff8bc0b4a4" providerId="ADAL" clId="{BC26DE0E-BD3B-479F-A06A-F9823552A11C}" dt="2026-06-23T14:02:57.457" v="7960" actId="13926"/>
          <ac:spMkLst>
            <pc:docMk/>
            <pc:sldMk cId="4103785732" sldId="670"/>
            <ac:spMk id="2" creationId="{236DE23C-596F-B355-8DD9-1FAC44D0E028}"/>
          </ac:spMkLst>
        </pc:spChg>
        <pc:spChg chg="add del mod">
          <ac:chgData name="Amanda Green" userId="ef39f71f-8982-4ebf-9ef3-4fff8bc0b4a4" providerId="ADAL" clId="{BC26DE0E-BD3B-479F-A06A-F9823552A11C}" dt="2026-06-23T14:03:26.575" v="7962" actId="478"/>
          <ac:spMkLst>
            <pc:docMk/>
            <pc:sldMk cId="4103785732" sldId="670"/>
            <ac:spMk id="4" creationId="{BFFEE80D-FAC2-2CEC-9DB8-8C1AA69B6D71}"/>
          </ac:spMkLst>
        </pc:spChg>
        <pc:spChg chg="add mod">
          <ac:chgData name="Amanda Green" userId="ef39f71f-8982-4ebf-9ef3-4fff8bc0b4a4" providerId="ADAL" clId="{BC26DE0E-BD3B-479F-A06A-F9823552A11C}" dt="2026-06-23T14:03:30.038" v="7964"/>
          <ac:spMkLst>
            <pc:docMk/>
            <pc:sldMk cId="4103785732" sldId="670"/>
            <ac:spMk id="6" creationId="{B380B19F-5DEA-90C1-20B4-14FB885B04BE}"/>
          </ac:spMkLst>
        </pc:spChg>
        <pc:spChg chg="add mod">
          <ac:chgData name="Amanda Green" userId="ef39f71f-8982-4ebf-9ef3-4fff8bc0b4a4" providerId="ADAL" clId="{BC26DE0E-BD3B-479F-A06A-F9823552A11C}" dt="2026-06-23T14:03:30.038" v="7964"/>
          <ac:spMkLst>
            <pc:docMk/>
            <pc:sldMk cId="4103785732" sldId="670"/>
            <ac:spMk id="7" creationId="{C586867C-8621-D9B4-E1F8-A5E294A24EF7}"/>
          </ac:spMkLst>
        </pc:spChg>
        <pc:grpChg chg="add mod">
          <ac:chgData name="Amanda Green" userId="ef39f71f-8982-4ebf-9ef3-4fff8bc0b4a4" providerId="ADAL" clId="{BC26DE0E-BD3B-479F-A06A-F9823552A11C}" dt="2026-06-23T14:03:30.038" v="7964"/>
          <ac:grpSpMkLst>
            <pc:docMk/>
            <pc:sldMk cId="4103785732" sldId="670"/>
            <ac:grpSpMk id="5" creationId="{2CEFF3B5-B29D-D172-4978-77FB9EEEE609}"/>
          </ac:grpSpMkLst>
        </pc:grpChg>
        <pc:graphicFrameChg chg="add mod modGraphic">
          <ac:chgData name="Amanda Green" userId="ef39f71f-8982-4ebf-9ef3-4fff8bc0b4a4" providerId="ADAL" clId="{BC26DE0E-BD3B-479F-A06A-F9823552A11C}" dt="2026-06-23T14:07:14.301" v="8070"/>
          <ac:graphicFrameMkLst>
            <pc:docMk/>
            <pc:sldMk cId="4103785732" sldId="670"/>
            <ac:graphicFrameMk id="8" creationId="{5D67E405-6950-5DF9-21DC-86F59E5ED8EE}"/>
          </ac:graphicFrameMkLst>
        </pc:graphicFrameChg>
        <pc:graphicFrameChg chg="del modGraphic">
          <ac:chgData name="Amanda Green" userId="ef39f71f-8982-4ebf-9ef3-4fff8bc0b4a4" providerId="ADAL" clId="{BC26DE0E-BD3B-479F-A06A-F9823552A11C}" dt="2026-06-23T14:03:24.906" v="7961" actId="478"/>
          <ac:graphicFrameMkLst>
            <pc:docMk/>
            <pc:sldMk cId="4103785732" sldId="670"/>
            <ac:graphicFrameMk id="33" creationId="{79F64EB8-C5A3-B0BE-4DFC-487653F80BCF}"/>
          </ac:graphicFrameMkLst>
        </pc:graphicFrameChg>
      </pc:sldChg>
      <pc:sldChg chg="addSp delSp modSp add mod modAnim">
        <pc:chgData name="Amanda Green" userId="ef39f71f-8982-4ebf-9ef3-4fff8bc0b4a4" providerId="ADAL" clId="{BC26DE0E-BD3B-479F-A06A-F9823552A11C}" dt="2026-06-16T19:01:25.376" v="5889"/>
        <pc:sldMkLst>
          <pc:docMk/>
          <pc:sldMk cId="2868829516" sldId="671"/>
        </pc:sldMkLst>
        <pc:picChg chg="add mod">
          <ac:chgData name="Amanda Green" userId="ef39f71f-8982-4ebf-9ef3-4fff8bc0b4a4" providerId="ADAL" clId="{BC26DE0E-BD3B-479F-A06A-F9823552A11C}" dt="2026-06-16T19:01:25.376" v="5889"/>
          <ac:picMkLst>
            <pc:docMk/>
            <pc:sldMk cId="2868829516" sldId="671"/>
            <ac:picMk id="7" creationId="{845D2664-3FAB-3027-048F-6DC55810B712}"/>
          </ac:picMkLst>
        </pc:picChg>
      </pc:sldChg>
      <pc:sldChg chg="addSp modSp add ord">
        <pc:chgData name="Amanda Green" userId="ef39f71f-8982-4ebf-9ef3-4fff8bc0b4a4" providerId="ADAL" clId="{BC26DE0E-BD3B-479F-A06A-F9823552A11C}" dt="2026-06-17T13:57:08.016" v="6786"/>
        <pc:sldMkLst>
          <pc:docMk/>
          <pc:sldMk cId="1026388323" sldId="672"/>
        </pc:sldMkLst>
        <pc:spChg chg="add mod">
          <ac:chgData name="Amanda Green" userId="ef39f71f-8982-4ebf-9ef3-4fff8bc0b4a4" providerId="ADAL" clId="{BC26DE0E-BD3B-479F-A06A-F9823552A11C}" dt="2026-06-16T19:02:27.207" v="5896"/>
          <ac:spMkLst>
            <pc:docMk/>
            <pc:sldMk cId="1026388323" sldId="672"/>
            <ac:spMk id="5" creationId="{7BD6A6B9-2645-E29A-BE3F-32D3427D09A7}"/>
          </ac:spMkLst>
        </pc:spChg>
      </pc:sldChg>
      <pc:sldChg chg="addSp modSp add ord">
        <pc:chgData name="Amanda Green" userId="ef39f71f-8982-4ebf-9ef3-4fff8bc0b4a4" providerId="ADAL" clId="{BC26DE0E-BD3B-479F-A06A-F9823552A11C}" dt="2026-06-17T13:57:46.552" v="6792"/>
        <pc:sldMkLst>
          <pc:docMk/>
          <pc:sldMk cId="4207266723" sldId="673"/>
        </pc:sldMkLst>
        <pc:spChg chg="add mod">
          <ac:chgData name="Amanda Green" userId="ef39f71f-8982-4ebf-9ef3-4fff8bc0b4a4" providerId="ADAL" clId="{BC26DE0E-BD3B-479F-A06A-F9823552A11C}" dt="2026-06-16T19:02:45.479" v="5901"/>
          <ac:spMkLst>
            <pc:docMk/>
            <pc:sldMk cId="4207266723" sldId="673"/>
            <ac:spMk id="5" creationId="{E73C4364-A512-77FA-9DE9-9B6740B961DC}"/>
          </ac:spMkLst>
        </pc:spChg>
      </pc:sldChg>
      <pc:sldChg chg="addSp delSp modSp add mod ord">
        <pc:chgData name="Amanda Green" userId="ef39f71f-8982-4ebf-9ef3-4fff8bc0b4a4" providerId="ADAL" clId="{BC26DE0E-BD3B-479F-A06A-F9823552A11C}" dt="2026-06-17T13:58:50.972" v="6803"/>
        <pc:sldMkLst>
          <pc:docMk/>
          <pc:sldMk cId="2638050251" sldId="674"/>
        </pc:sldMkLst>
        <pc:spChg chg="add mod">
          <ac:chgData name="Amanda Green" userId="ef39f71f-8982-4ebf-9ef3-4fff8bc0b4a4" providerId="ADAL" clId="{BC26DE0E-BD3B-479F-A06A-F9823552A11C}" dt="2026-06-16T19:03:30.519" v="5910" actId="1076"/>
          <ac:spMkLst>
            <pc:docMk/>
            <pc:sldMk cId="2638050251" sldId="674"/>
            <ac:spMk id="7" creationId="{1F03BC76-14D6-DAC2-5B82-35790E568211}"/>
          </ac:spMkLst>
        </pc:spChg>
        <pc:spChg chg="add mod">
          <ac:chgData name="Amanda Green" userId="ef39f71f-8982-4ebf-9ef3-4fff8bc0b4a4" providerId="ADAL" clId="{BC26DE0E-BD3B-479F-A06A-F9823552A11C}" dt="2026-06-16T19:03:19.122" v="5907"/>
          <ac:spMkLst>
            <pc:docMk/>
            <pc:sldMk cId="2638050251" sldId="674"/>
            <ac:spMk id="8" creationId="{3BAF3C3C-A94B-0344-21DC-D6554997CCC0}"/>
          </ac:spMkLst>
        </pc:spChg>
        <pc:spChg chg="add mod">
          <ac:chgData name="Amanda Green" userId="ef39f71f-8982-4ebf-9ef3-4fff8bc0b4a4" providerId="ADAL" clId="{BC26DE0E-BD3B-479F-A06A-F9823552A11C}" dt="2026-06-16T19:03:19.122" v="5907"/>
          <ac:spMkLst>
            <pc:docMk/>
            <pc:sldMk cId="2638050251" sldId="674"/>
            <ac:spMk id="9" creationId="{934A8DA2-0853-08B2-84E2-D0023B255356}"/>
          </ac:spMkLst>
        </pc:spChg>
      </pc:sldChg>
      <pc:sldChg chg="modSp add del mod">
        <pc:chgData name="Amanda Green" userId="ef39f71f-8982-4ebf-9ef3-4fff8bc0b4a4" providerId="ADAL" clId="{BC26DE0E-BD3B-479F-A06A-F9823552A11C}" dt="2026-06-24T14:19:17.986" v="8176" actId="47"/>
        <pc:sldMkLst>
          <pc:docMk/>
          <pc:sldMk cId="410436677" sldId="675"/>
        </pc:sldMkLst>
      </pc:sldChg>
      <pc:sldChg chg="modSp add del mod">
        <pc:chgData name="Amanda Green" userId="ef39f71f-8982-4ebf-9ef3-4fff8bc0b4a4" providerId="ADAL" clId="{BC26DE0E-BD3B-479F-A06A-F9823552A11C}" dt="2026-06-24T14:19:19.181" v="8177" actId="47"/>
        <pc:sldMkLst>
          <pc:docMk/>
          <pc:sldMk cId="3781384579" sldId="676"/>
        </pc:sldMkLst>
      </pc:sldChg>
      <pc:sldChg chg="addSp modSp add modAnim">
        <pc:chgData name="Amanda Green" userId="ef39f71f-8982-4ebf-9ef3-4fff8bc0b4a4" providerId="ADAL" clId="{BC26DE0E-BD3B-479F-A06A-F9823552A11C}" dt="2026-06-16T19:17:35.464" v="6351"/>
        <pc:sldMkLst>
          <pc:docMk/>
          <pc:sldMk cId="158100101" sldId="677"/>
        </pc:sldMkLst>
        <pc:picChg chg="add mod">
          <ac:chgData name="Amanda Green" userId="ef39f71f-8982-4ebf-9ef3-4fff8bc0b4a4" providerId="ADAL" clId="{BC26DE0E-BD3B-479F-A06A-F9823552A11C}" dt="2026-06-16T19:17:35.464" v="6351"/>
          <ac:picMkLst>
            <pc:docMk/>
            <pc:sldMk cId="158100101" sldId="677"/>
            <ac:picMk id="2" creationId="{B3206D82-4E1A-4FC0-789D-ECE79F6C564E}"/>
          </ac:picMkLst>
        </pc:picChg>
      </pc:sldChg>
      <pc:sldChg chg="addSp modSp add ord modAnim">
        <pc:chgData name="Amanda Green" userId="ef39f71f-8982-4ebf-9ef3-4fff8bc0b4a4" providerId="ADAL" clId="{BC26DE0E-BD3B-479F-A06A-F9823552A11C}" dt="2026-06-17T13:57:26.399" v="6788"/>
        <pc:sldMkLst>
          <pc:docMk/>
          <pc:sldMk cId="4162346832" sldId="678"/>
        </pc:sldMkLst>
        <pc:picChg chg="add mod">
          <ac:chgData name="Amanda Green" userId="ef39f71f-8982-4ebf-9ef3-4fff8bc0b4a4" providerId="ADAL" clId="{BC26DE0E-BD3B-479F-A06A-F9823552A11C}" dt="2026-06-16T19:19:49.556" v="6353"/>
          <ac:picMkLst>
            <pc:docMk/>
            <pc:sldMk cId="4162346832" sldId="678"/>
            <ac:picMk id="3" creationId="{5950FE60-A5C3-AD11-9271-37CAAE1F5B56}"/>
          </ac:picMkLst>
        </pc:picChg>
      </pc:sldChg>
      <pc:sldChg chg="addSp modSp add mod ord modAnim modShow">
        <pc:chgData name="Amanda Green" userId="ef39f71f-8982-4ebf-9ef3-4fff8bc0b4a4" providerId="ADAL" clId="{BC26DE0E-BD3B-479F-A06A-F9823552A11C}" dt="2026-06-17T14:09:35.716" v="6991"/>
        <pc:sldMkLst>
          <pc:docMk/>
          <pc:sldMk cId="3196802702" sldId="679"/>
        </pc:sldMkLst>
        <pc:picChg chg="add mod">
          <ac:chgData name="Amanda Green" userId="ef39f71f-8982-4ebf-9ef3-4fff8bc0b4a4" providerId="ADAL" clId="{BC26DE0E-BD3B-479F-A06A-F9823552A11C}" dt="2026-06-16T19:26:09.869" v="6355"/>
          <ac:picMkLst>
            <pc:docMk/>
            <pc:sldMk cId="3196802702" sldId="679"/>
            <ac:picMk id="5" creationId="{8B57FFA1-8F58-3387-E082-DEC806D18B48}"/>
          </ac:picMkLst>
        </pc:picChg>
      </pc:sldChg>
      <pc:sldChg chg="addSp modSp add ord modAnim">
        <pc:chgData name="Amanda Green" userId="ef39f71f-8982-4ebf-9ef3-4fff8bc0b4a4" providerId="ADAL" clId="{BC26DE0E-BD3B-479F-A06A-F9823552A11C}" dt="2026-06-17T13:58:55.329" v="6805"/>
        <pc:sldMkLst>
          <pc:docMk/>
          <pc:sldMk cId="2070550237" sldId="680"/>
        </pc:sldMkLst>
        <pc:picChg chg="add mod">
          <ac:chgData name="Amanda Green" userId="ef39f71f-8982-4ebf-9ef3-4fff8bc0b4a4" providerId="ADAL" clId="{BC26DE0E-BD3B-479F-A06A-F9823552A11C}" dt="2026-06-16T19:28:00.540" v="6357"/>
          <ac:picMkLst>
            <pc:docMk/>
            <pc:sldMk cId="2070550237" sldId="680"/>
            <ac:picMk id="8" creationId="{EF96E00B-A8C2-B8E6-A558-8ECD042B09D4}"/>
          </ac:picMkLst>
        </pc:picChg>
      </pc:sldChg>
      <pc:sldChg chg="addSp delSp modSp add mod">
        <pc:chgData name="Amanda Green" userId="ef39f71f-8982-4ebf-9ef3-4fff8bc0b4a4" providerId="ADAL" clId="{BC26DE0E-BD3B-479F-A06A-F9823552A11C}" dt="2026-06-17T14:14:10.740" v="7024" actId="732"/>
        <pc:sldMkLst>
          <pc:docMk/>
          <pc:sldMk cId="1751836618" sldId="681"/>
        </pc:sldMkLst>
        <pc:picChg chg="add mod modCrop">
          <ac:chgData name="Amanda Green" userId="ef39f71f-8982-4ebf-9ef3-4fff8bc0b4a4" providerId="ADAL" clId="{BC26DE0E-BD3B-479F-A06A-F9823552A11C}" dt="2026-06-17T14:14:10.740" v="7024" actId="732"/>
          <ac:picMkLst>
            <pc:docMk/>
            <pc:sldMk cId="1751836618" sldId="681"/>
            <ac:picMk id="3" creationId="{93CD4B42-9062-E1F9-271F-6105C8487637}"/>
          </ac:picMkLst>
        </pc:picChg>
      </pc:sldChg>
      <pc:sldChg chg="add ord">
        <pc:chgData name="Amanda Green" userId="ef39f71f-8982-4ebf-9ef3-4fff8bc0b4a4" providerId="ADAL" clId="{BC26DE0E-BD3B-479F-A06A-F9823552A11C}" dt="2026-06-17T13:58:03.808" v="6795"/>
        <pc:sldMkLst>
          <pc:docMk/>
          <pc:sldMk cId="1589042781" sldId="682"/>
        </pc:sldMkLst>
      </pc:sldChg>
      <pc:sldChg chg="modSp add mod ord">
        <pc:chgData name="Amanda Green" userId="ef39f71f-8982-4ebf-9ef3-4fff8bc0b4a4" providerId="ADAL" clId="{BC26DE0E-BD3B-479F-A06A-F9823552A11C}" dt="2026-06-24T14:18:44.786" v="8175" actId="20577"/>
        <pc:sldMkLst>
          <pc:docMk/>
          <pc:sldMk cId="2044296201" sldId="683"/>
        </pc:sldMkLst>
        <pc:spChg chg="mod">
          <ac:chgData name="Amanda Green" userId="ef39f71f-8982-4ebf-9ef3-4fff8bc0b4a4" providerId="ADAL" clId="{BC26DE0E-BD3B-479F-A06A-F9823552A11C}" dt="2026-06-24T14:18:44.786" v="8175" actId="20577"/>
          <ac:spMkLst>
            <pc:docMk/>
            <pc:sldMk cId="2044296201" sldId="683"/>
            <ac:spMk id="2" creationId="{6649EC51-8458-DB34-D5DB-301A5A640FA1}"/>
          </ac:spMkLst>
        </pc:spChg>
      </pc:sldChg>
      <pc:sldChg chg="add ord">
        <pc:chgData name="Amanda Green" userId="ef39f71f-8982-4ebf-9ef3-4fff8bc0b4a4" providerId="ADAL" clId="{BC26DE0E-BD3B-479F-A06A-F9823552A11C}" dt="2026-06-17T14:09:29.268" v="6989"/>
        <pc:sldMkLst>
          <pc:docMk/>
          <pc:sldMk cId="2248477744" sldId="684"/>
        </pc:sldMkLst>
      </pc:sldChg>
      <pc:sldChg chg="add ord">
        <pc:chgData name="Amanda Green" userId="ef39f71f-8982-4ebf-9ef3-4fff8bc0b4a4" providerId="ADAL" clId="{BC26DE0E-BD3B-479F-A06A-F9823552A11C}" dt="2026-06-17T14:10:10.780" v="6994"/>
        <pc:sldMkLst>
          <pc:docMk/>
          <pc:sldMk cId="2034837763" sldId="685"/>
        </pc:sldMkLst>
      </pc:sldChg>
      <pc:sldChg chg="addSp modSp add del mod">
        <pc:chgData name="Amanda Green" userId="ef39f71f-8982-4ebf-9ef3-4fff8bc0b4a4" providerId="ADAL" clId="{BC26DE0E-BD3B-479F-A06A-F9823552A11C}" dt="2026-06-23T13:05:55.180" v="7252" actId="208"/>
        <pc:sldMkLst>
          <pc:docMk/>
          <pc:sldMk cId="2596779425" sldId="2147471233"/>
        </pc:sldMkLst>
        <pc:spChg chg="mod">
          <ac:chgData name="Amanda Green" userId="ef39f71f-8982-4ebf-9ef3-4fff8bc0b4a4" providerId="ADAL" clId="{BC26DE0E-BD3B-479F-A06A-F9823552A11C}" dt="2026-06-23T12:58:59.968" v="7066"/>
          <ac:spMkLst>
            <pc:docMk/>
            <pc:sldMk cId="2596779425" sldId="2147471233"/>
            <ac:spMk id="2" creationId="{98A88651-BCC0-C411-E13A-43501ABB6594}"/>
          </ac:spMkLst>
        </pc:spChg>
        <pc:spChg chg="mod">
          <ac:chgData name="Amanda Green" userId="ef39f71f-8982-4ebf-9ef3-4fff8bc0b4a4" providerId="ADAL" clId="{BC26DE0E-BD3B-479F-A06A-F9823552A11C}" dt="2026-06-23T12:59:38.953" v="7069" actId="12"/>
          <ac:spMkLst>
            <pc:docMk/>
            <pc:sldMk cId="2596779425" sldId="2147471233"/>
            <ac:spMk id="3" creationId="{AD9CE748-02FA-1900-1B61-AAAA1AEF45B9}"/>
          </ac:spMkLst>
        </pc:spChg>
        <pc:spChg chg="add mod">
          <ac:chgData name="Amanda Green" userId="ef39f71f-8982-4ebf-9ef3-4fff8bc0b4a4" providerId="ADAL" clId="{BC26DE0E-BD3B-479F-A06A-F9823552A11C}" dt="2026-06-23T13:05:55.180" v="7252" actId="208"/>
          <ac:spMkLst>
            <pc:docMk/>
            <pc:sldMk cId="2596779425" sldId="2147471233"/>
            <ac:spMk id="6" creationId="{92E3AC50-327D-6EC0-492E-87D90816696E}"/>
          </ac:spMkLst>
        </pc:spChg>
      </pc:sldChg>
      <pc:sldChg chg="modSp add del mod">
        <pc:chgData name="Amanda Green" userId="ef39f71f-8982-4ebf-9ef3-4fff8bc0b4a4" providerId="ADAL" clId="{BC26DE0E-BD3B-479F-A06A-F9823552A11C}" dt="2026-06-23T12:59:05.512" v="7067"/>
        <pc:sldMkLst>
          <pc:docMk/>
          <pc:sldMk cId="3515731863" sldId="2147471244"/>
        </pc:sldMkLst>
        <pc:spChg chg="mod">
          <ac:chgData name="Amanda Green" userId="ef39f71f-8982-4ebf-9ef3-4fff8bc0b4a4" providerId="ADAL" clId="{BC26DE0E-BD3B-479F-A06A-F9823552A11C}" dt="2026-06-23T12:58:59.968" v="7066"/>
          <ac:spMkLst>
            <pc:docMk/>
            <pc:sldMk cId="3515731863" sldId="2147471244"/>
            <ac:spMk id="2" creationId="{4BC8628A-0A2B-075D-C45B-A380B130454B}"/>
          </ac:spMkLst>
        </pc:spChg>
        <pc:spChg chg="mod">
          <ac:chgData name="Amanda Green" userId="ef39f71f-8982-4ebf-9ef3-4fff8bc0b4a4" providerId="ADAL" clId="{BC26DE0E-BD3B-479F-A06A-F9823552A11C}" dt="2026-06-23T12:58:59.968" v="7066"/>
          <ac:spMkLst>
            <pc:docMk/>
            <pc:sldMk cId="3515731863" sldId="2147471244"/>
            <ac:spMk id="7" creationId="{8A210F4F-0444-7AB9-ACB2-5B1CBF2FDFF4}"/>
          </ac:spMkLst>
        </pc:spChg>
      </pc:sldChg>
      <pc:sldChg chg="addSp modSp add del mod modTransition">
        <pc:chgData name="Amanda Green" userId="ef39f71f-8982-4ebf-9ef3-4fff8bc0b4a4" providerId="ADAL" clId="{BC26DE0E-BD3B-479F-A06A-F9823552A11C}" dt="2026-06-23T13:19:02.378" v="7567" actId="1038"/>
        <pc:sldMkLst>
          <pc:docMk/>
          <pc:sldMk cId="3469841328" sldId="2147483438"/>
        </pc:sldMkLst>
        <pc:spChg chg="add mod">
          <ac:chgData name="Amanda Green" userId="ef39f71f-8982-4ebf-9ef3-4fff8bc0b4a4" providerId="ADAL" clId="{BC26DE0E-BD3B-479F-A06A-F9823552A11C}" dt="2026-06-23T13:06:15.741" v="7253"/>
          <ac:spMkLst>
            <pc:docMk/>
            <pc:sldMk cId="3469841328" sldId="2147483438"/>
            <ac:spMk id="2" creationId="{EAD511E4-3B39-2134-334B-A0C9A19A0CB7}"/>
          </ac:spMkLst>
        </pc:spChg>
        <pc:spChg chg="mod">
          <ac:chgData name="Amanda Green" userId="ef39f71f-8982-4ebf-9ef3-4fff8bc0b4a4" providerId="ADAL" clId="{BC26DE0E-BD3B-479F-A06A-F9823552A11C}" dt="2026-06-23T13:18:46.018" v="7563" actId="1038"/>
          <ac:spMkLst>
            <pc:docMk/>
            <pc:sldMk cId="3469841328" sldId="2147483438"/>
            <ac:spMk id="3" creationId="{E4127870-8962-2EA5-0454-5E2D0CF3F506}"/>
          </ac:spMkLst>
        </pc:spChg>
        <pc:spChg chg="mod">
          <ac:chgData name="Amanda Green" userId="ef39f71f-8982-4ebf-9ef3-4fff8bc0b4a4" providerId="ADAL" clId="{BC26DE0E-BD3B-479F-A06A-F9823552A11C}" dt="2026-06-23T13:05:04.660" v="7243" actId="6549"/>
          <ac:spMkLst>
            <pc:docMk/>
            <pc:sldMk cId="3469841328" sldId="2147483438"/>
            <ac:spMk id="9" creationId="{9EB72C67-7C8C-DB90-A775-36FBA60F987B}"/>
          </ac:spMkLst>
        </pc:spChg>
        <pc:spChg chg="mod">
          <ac:chgData name="Amanda Green" userId="ef39f71f-8982-4ebf-9ef3-4fff8bc0b4a4" providerId="ADAL" clId="{BC26DE0E-BD3B-479F-A06A-F9823552A11C}" dt="2026-06-23T13:19:02.378" v="7567" actId="1038"/>
          <ac:spMkLst>
            <pc:docMk/>
            <pc:sldMk cId="3469841328" sldId="2147483438"/>
            <ac:spMk id="14" creationId="{FEACE2C7-A12D-14B7-FFF0-FC649603879E}"/>
          </ac:spMkLst>
        </pc:spChg>
        <pc:spChg chg="mod">
          <ac:chgData name="Amanda Green" userId="ef39f71f-8982-4ebf-9ef3-4fff8bc0b4a4" providerId="ADAL" clId="{BC26DE0E-BD3B-479F-A06A-F9823552A11C}" dt="2026-06-23T13:05:07.548" v="7244" actId="6549"/>
          <ac:spMkLst>
            <pc:docMk/>
            <pc:sldMk cId="3469841328" sldId="2147483438"/>
            <ac:spMk id="15" creationId="{BC2080EA-A509-71DF-5A58-D7DDA4EE468C}"/>
          </ac:spMkLst>
        </pc:spChg>
        <pc:spChg chg="mod">
          <ac:chgData name="Amanda Green" userId="ef39f71f-8982-4ebf-9ef3-4fff8bc0b4a4" providerId="ADAL" clId="{BC26DE0E-BD3B-479F-A06A-F9823552A11C}" dt="2026-06-23T13:05:09.227" v="7245" actId="6549"/>
          <ac:spMkLst>
            <pc:docMk/>
            <pc:sldMk cId="3469841328" sldId="2147483438"/>
            <ac:spMk id="20" creationId="{3E9E7068-1D6D-150B-F50A-F174F6F9C29A}"/>
          </ac:spMkLst>
        </pc:spChg>
        <pc:spChg chg="mod">
          <ac:chgData name="Amanda Green" userId="ef39f71f-8982-4ebf-9ef3-4fff8bc0b4a4" providerId="ADAL" clId="{BC26DE0E-BD3B-479F-A06A-F9823552A11C}" dt="2026-06-23T13:05:15.428" v="7248" actId="6549"/>
          <ac:spMkLst>
            <pc:docMk/>
            <pc:sldMk cId="3469841328" sldId="2147483438"/>
            <ac:spMk id="26" creationId="{EFF01F29-C2E2-C5AA-388E-7943B3560C4C}"/>
          </ac:spMkLst>
        </pc:spChg>
        <pc:spChg chg="mod">
          <ac:chgData name="Amanda Green" userId="ef39f71f-8982-4ebf-9ef3-4fff8bc0b4a4" providerId="ADAL" clId="{BC26DE0E-BD3B-479F-A06A-F9823552A11C}" dt="2026-06-23T13:05:13.317" v="7247" actId="6549"/>
          <ac:spMkLst>
            <pc:docMk/>
            <pc:sldMk cId="3469841328" sldId="2147483438"/>
            <ac:spMk id="30" creationId="{67353DDF-ED3A-FE14-62D4-AC9BBE6E391E}"/>
          </ac:spMkLst>
        </pc:spChg>
        <pc:spChg chg="mod">
          <ac:chgData name="Amanda Green" userId="ef39f71f-8982-4ebf-9ef3-4fff8bc0b4a4" providerId="ADAL" clId="{BC26DE0E-BD3B-479F-A06A-F9823552A11C}" dt="2026-06-23T13:05:11.012" v="7246" actId="6549"/>
          <ac:spMkLst>
            <pc:docMk/>
            <pc:sldMk cId="3469841328" sldId="2147483438"/>
            <ac:spMk id="34" creationId="{35D76EC7-5082-DC0C-AE59-59E9D2EEA04E}"/>
          </ac:spMkLst>
        </pc:spChg>
      </pc:sldChg>
      <pc:sldChg chg="addSp delSp modSp add del mod delAnim modAnim">
        <pc:chgData name="Amanda Green" userId="ef39f71f-8982-4ebf-9ef3-4fff8bc0b4a4" providerId="ADAL" clId="{BC26DE0E-BD3B-479F-A06A-F9823552A11C}" dt="2026-06-23T13:18:21.817" v="7561" actId="1038"/>
        <pc:sldMkLst>
          <pc:docMk/>
          <pc:sldMk cId="3208434241" sldId="2147483440"/>
        </pc:sldMkLst>
        <pc:spChg chg="mod">
          <ac:chgData name="Amanda Green" userId="ef39f71f-8982-4ebf-9ef3-4fff8bc0b4a4" providerId="ADAL" clId="{BC26DE0E-BD3B-479F-A06A-F9823552A11C}" dt="2026-06-23T13:18:21.817" v="7561" actId="1038"/>
          <ac:spMkLst>
            <pc:docMk/>
            <pc:sldMk cId="3208434241" sldId="2147483440"/>
            <ac:spMk id="5" creationId="{55E5A6BE-D368-AE27-9FC5-06F252F08DCA}"/>
          </ac:spMkLst>
        </pc:spChg>
        <pc:spChg chg="del mod topLvl">
          <ac:chgData name="Amanda Green" userId="ef39f71f-8982-4ebf-9ef3-4fff8bc0b4a4" providerId="ADAL" clId="{BC26DE0E-BD3B-479F-A06A-F9823552A11C}" dt="2026-06-23T13:03:36.865" v="7209" actId="478"/>
          <ac:spMkLst>
            <pc:docMk/>
            <pc:sldMk cId="3208434241" sldId="2147483440"/>
            <ac:spMk id="8" creationId="{07E8DA36-D855-6637-F415-4D15A3EB42FE}"/>
          </ac:spMkLst>
        </pc:spChg>
        <pc:spChg chg="mod">
          <ac:chgData name="Amanda Green" userId="ef39f71f-8982-4ebf-9ef3-4fff8bc0b4a4" providerId="ADAL" clId="{BC26DE0E-BD3B-479F-A06A-F9823552A11C}" dt="2026-06-23T13:03:43.074" v="7210" actId="164"/>
          <ac:spMkLst>
            <pc:docMk/>
            <pc:sldMk cId="3208434241" sldId="2147483440"/>
            <ac:spMk id="14" creationId="{1B96872F-51ED-A7C2-57BE-FEB6E2B06593}"/>
          </ac:spMkLst>
        </pc:spChg>
        <pc:grpChg chg="del">
          <ac:chgData name="Amanda Green" userId="ef39f71f-8982-4ebf-9ef3-4fff8bc0b4a4" providerId="ADAL" clId="{BC26DE0E-BD3B-479F-A06A-F9823552A11C}" dt="2026-06-23T13:03:36.865" v="7209" actId="478"/>
          <ac:grpSpMkLst>
            <pc:docMk/>
            <pc:sldMk cId="3208434241" sldId="2147483440"/>
            <ac:grpSpMk id="2" creationId="{F36EBE39-C7F2-8863-321A-DEA9FDA01004}"/>
          </ac:grpSpMkLst>
        </pc:grpChg>
        <pc:grpChg chg="add mod">
          <ac:chgData name="Amanda Green" userId="ef39f71f-8982-4ebf-9ef3-4fff8bc0b4a4" providerId="ADAL" clId="{BC26DE0E-BD3B-479F-A06A-F9823552A11C}" dt="2026-06-23T13:04:00.584" v="7238" actId="1035"/>
          <ac:grpSpMkLst>
            <pc:docMk/>
            <pc:sldMk cId="3208434241" sldId="2147483440"/>
            <ac:grpSpMk id="21" creationId="{4C56740E-E532-7087-F7AC-BF99C6914B19}"/>
          </ac:grpSpMkLst>
        </pc:grpChg>
        <pc:grpChg chg="mod">
          <ac:chgData name="Amanda Green" userId="ef39f71f-8982-4ebf-9ef3-4fff8bc0b4a4" providerId="ADAL" clId="{BC26DE0E-BD3B-479F-A06A-F9823552A11C}" dt="2026-06-23T13:03:43.074" v="7210" actId="164"/>
          <ac:grpSpMkLst>
            <pc:docMk/>
            <pc:sldMk cId="3208434241" sldId="2147483440"/>
            <ac:grpSpMk id="28" creationId="{F71B17AE-BF5A-2284-8C19-B1C6F485D537}"/>
          </ac:grpSpMkLst>
        </pc:grpChg>
        <pc:picChg chg="mod topLvl">
          <ac:chgData name="Amanda Green" userId="ef39f71f-8982-4ebf-9ef3-4fff8bc0b4a4" providerId="ADAL" clId="{BC26DE0E-BD3B-479F-A06A-F9823552A11C}" dt="2026-06-23T13:03:43.074" v="7210" actId="164"/>
          <ac:picMkLst>
            <pc:docMk/>
            <pc:sldMk cId="3208434241" sldId="2147483440"/>
            <ac:picMk id="4" creationId="{C95FB816-918E-0714-CD13-893C5D220CC8}"/>
          </ac:picMkLst>
        </pc:picChg>
        <pc:picChg chg="mod">
          <ac:chgData name="Amanda Green" userId="ef39f71f-8982-4ebf-9ef3-4fff8bc0b4a4" providerId="ADAL" clId="{BC26DE0E-BD3B-479F-A06A-F9823552A11C}" dt="2026-06-23T13:03:43.074" v="7210" actId="164"/>
          <ac:picMkLst>
            <pc:docMk/>
            <pc:sldMk cId="3208434241" sldId="2147483440"/>
            <ac:picMk id="6" creationId="{1F6B7A7C-816E-768E-179B-6F21D0B8C180}"/>
          </ac:picMkLst>
        </pc:picChg>
        <pc:picChg chg="mod">
          <ac:chgData name="Amanda Green" userId="ef39f71f-8982-4ebf-9ef3-4fff8bc0b4a4" providerId="ADAL" clId="{BC26DE0E-BD3B-479F-A06A-F9823552A11C}" dt="2026-06-23T13:03:43.074" v="7210" actId="164"/>
          <ac:picMkLst>
            <pc:docMk/>
            <pc:sldMk cId="3208434241" sldId="2147483440"/>
            <ac:picMk id="10" creationId="{C99053F6-1863-95A8-588F-77D3F2880046}"/>
          </ac:picMkLst>
        </pc:picChg>
        <pc:picChg chg="mod">
          <ac:chgData name="Amanda Green" userId="ef39f71f-8982-4ebf-9ef3-4fff8bc0b4a4" providerId="ADAL" clId="{BC26DE0E-BD3B-479F-A06A-F9823552A11C}" dt="2026-06-23T13:03:43.074" v="7210" actId="164"/>
          <ac:picMkLst>
            <pc:docMk/>
            <pc:sldMk cId="3208434241" sldId="2147483440"/>
            <ac:picMk id="66" creationId="{031482A7-0A6D-5C02-D590-C974C991CCFD}"/>
          </ac:picMkLst>
        </pc:picChg>
        <pc:picChg chg="mod">
          <ac:chgData name="Amanda Green" userId="ef39f71f-8982-4ebf-9ef3-4fff8bc0b4a4" providerId="ADAL" clId="{BC26DE0E-BD3B-479F-A06A-F9823552A11C}" dt="2026-06-23T13:03:43.074" v="7210" actId="164"/>
          <ac:picMkLst>
            <pc:docMk/>
            <pc:sldMk cId="3208434241" sldId="2147483440"/>
            <ac:picMk id="68" creationId="{D9109B25-1CF8-0421-55AA-37F68D820DED}"/>
          </ac:picMkLst>
        </pc:picChg>
        <pc:picChg chg="mod">
          <ac:chgData name="Amanda Green" userId="ef39f71f-8982-4ebf-9ef3-4fff8bc0b4a4" providerId="ADAL" clId="{BC26DE0E-BD3B-479F-A06A-F9823552A11C}" dt="2026-06-23T13:03:43.074" v="7210" actId="164"/>
          <ac:picMkLst>
            <pc:docMk/>
            <pc:sldMk cId="3208434241" sldId="2147483440"/>
            <ac:picMk id="69" creationId="{CBF4191B-73B6-F737-4B54-60536DA3F44A}"/>
          </ac:picMkLst>
        </pc:picChg>
        <pc:picChg chg="mod">
          <ac:chgData name="Amanda Green" userId="ef39f71f-8982-4ebf-9ef3-4fff8bc0b4a4" providerId="ADAL" clId="{BC26DE0E-BD3B-479F-A06A-F9823552A11C}" dt="2026-06-23T13:03:43.074" v="7210" actId="164"/>
          <ac:picMkLst>
            <pc:docMk/>
            <pc:sldMk cId="3208434241" sldId="2147483440"/>
            <ac:picMk id="73" creationId="{B0A06041-6015-3C8D-F9F7-6754FC46A0EE}"/>
          </ac:picMkLst>
        </pc:picChg>
      </pc:sldChg>
      <pc:sldChg chg="modSp add del mod">
        <pc:chgData name="Amanda Green" userId="ef39f71f-8982-4ebf-9ef3-4fff8bc0b4a4" providerId="ADAL" clId="{BC26DE0E-BD3B-479F-A06A-F9823552A11C}" dt="2026-06-23T13:17:41.743" v="7549" actId="1035"/>
        <pc:sldMkLst>
          <pc:docMk/>
          <pc:sldMk cId="0" sldId="2147483441"/>
        </pc:sldMkLst>
        <pc:spChg chg="mod">
          <ac:chgData name="Amanda Green" userId="ef39f71f-8982-4ebf-9ef3-4fff8bc0b4a4" providerId="ADAL" clId="{BC26DE0E-BD3B-479F-A06A-F9823552A11C}" dt="2026-06-23T13:11:09.880" v="7384" actId="1038"/>
          <ac:spMkLst>
            <pc:docMk/>
            <pc:sldMk cId="0" sldId="2147483441"/>
            <ac:spMk id="2" creationId="{00000000-0000-0000-0000-000000000000}"/>
          </ac:spMkLst>
        </pc:spChg>
        <pc:spChg chg="mod">
          <ac:chgData name="Amanda Green" userId="ef39f71f-8982-4ebf-9ef3-4fff8bc0b4a4" providerId="ADAL" clId="{BC26DE0E-BD3B-479F-A06A-F9823552A11C}" dt="2026-06-23T13:11:24.791" v="7386" actId="255"/>
          <ac:spMkLst>
            <pc:docMk/>
            <pc:sldMk cId="0" sldId="2147483441"/>
            <ac:spMk id="5" creationId="{00000000-0000-0000-0000-000000000000}"/>
          </ac:spMkLst>
        </pc:spChg>
        <pc:spChg chg="mod">
          <ac:chgData name="Amanda Green" userId="ef39f71f-8982-4ebf-9ef3-4fff8bc0b4a4" providerId="ADAL" clId="{BC26DE0E-BD3B-479F-A06A-F9823552A11C}" dt="2026-06-23T13:13:46.993" v="7424" actId="1038"/>
          <ac:spMkLst>
            <pc:docMk/>
            <pc:sldMk cId="0" sldId="2147483441"/>
            <ac:spMk id="7" creationId="{00000000-0000-0000-0000-000000000000}"/>
          </ac:spMkLst>
        </pc:spChg>
        <pc:spChg chg="mod">
          <ac:chgData name="Amanda Green" userId="ef39f71f-8982-4ebf-9ef3-4fff8bc0b4a4" providerId="ADAL" clId="{BC26DE0E-BD3B-479F-A06A-F9823552A11C}" dt="2026-06-23T13:15:31.999" v="7478" actId="1036"/>
          <ac:spMkLst>
            <pc:docMk/>
            <pc:sldMk cId="0" sldId="2147483441"/>
            <ac:spMk id="8" creationId="{00000000-0000-0000-0000-000000000000}"/>
          </ac:spMkLst>
        </pc:spChg>
        <pc:spChg chg="mod">
          <ac:chgData name="Amanda Green" userId="ef39f71f-8982-4ebf-9ef3-4fff8bc0b4a4" providerId="ADAL" clId="{BC26DE0E-BD3B-479F-A06A-F9823552A11C}" dt="2026-06-23T13:11:44.392" v="7388" actId="255"/>
          <ac:spMkLst>
            <pc:docMk/>
            <pc:sldMk cId="0" sldId="2147483441"/>
            <ac:spMk id="10" creationId="{00000000-0000-0000-0000-000000000000}"/>
          </ac:spMkLst>
        </pc:spChg>
        <pc:spChg chg="mod">
          <ac:chgData name="Amanda Green" userId="ef39f71f-8982-4ebf-9ef3-4fff8bc0b4a4" providerId="ADAL" clId="{BC26DE0E-BD3B-479F-A06A-F9823552A11C}" dt="2026-06-23T13:14:45.239" v="7450" actId="1037"/>
          <ac:spMkLst>
            <pc:docMk/>
            <pc:sldMk cId="0" sldId="2147483441"/>
            <ac:spMk id="12" creationId="{00000000-0000-0000-0000-000000000000}"/>
          </ac:spMkLst>
        </pc:spChg>
        <pc:spChg chg="mod">
          <ac:chgData name="Amanda Green" userId="ef39f71f-8982-4ebf-9ef3-4fff8bc0b4a4" providerId="ADAL" clId="{BC26DE0E-BD3B-479F-A06A-F9823552A11C}" dt="2026-06-23T13:14:35.057" v="7446" actId="20577"/>
          <ac:spMkLst>
            <pc:docMk/>
            <pc:sldMk cId="0" sldId="2147483441"/>
            <ac:spMk id="13" creationId="{00000000-0000-0000-0000-000000000000}"/>
          </ac:spMkLst>
        </pc:spChg>
        <pc:spChg chg="mod">
          <ac:chgData name="Amanda Green" userId="ef39f71f-8982-4ebf-9ef3-4fff8bc0b4a4" providerId="ADAL" clId="{BC26DE0E-BD3B-479F-A06A-F9823552A11C}" dt="2026-06-23T13:11:53.649" v="7390" actId="255"/>
          <ac:spMkLst>
            <pc:docMk/>
            <pc:sldMk cId="0" sldId="2147483441"/>
            <ac:spMk id="15" creationId="{00000000-0000-0000-0000-000000000000}"/>
          </ac:spMkLst>
        </pc:spChg>
        <pc:spChg chg="mod">
          <ac:chgData name="Amanda Green" userId="ef39f71f-8982-4ebf-9ef3-4fff8bc0b4a4" providerId="ADAL" clId="{BC26DE0E-BD3B-479F-A06A-F9823552A11C}" dt="2026-06-23T13:14:59.832" v="7458" actId="1035"/>
          <ac:spMkLst>
            <pc:docMk/>
            <pc:sldMk cId="0" sldId="2147483441"/>
            <ac:spMk id="17" creationId="{00000000-0000-0000-0000-000000000000}"/>
          </ac:spMkLst>
        </pc:spChg>
        <pc:spChg chg="mod">
          <ac:chgData name="Amanda Green" userId="ef39f71f-8982-4ebf-9ef3-4fff8bc0b4a4" providerId="ADAL" clId="{BC26DE0E-BD3B-479F-A06A-F9823552A11C}" dt="2026-06-23T13:16:51.968" v="7515" actId="1038"/>
          <ac:spMkLst>
            <pc:docMk/>
            <pc:sldMk cId="0" sldId="2147483441"/>
            <ac:spMk id="18" creationId="{00000000-0000-0000-0000-000000000000}"/>
          </ac:spMkLst>
        </pc:spChg>
        <pc:spChg chg="mod">
          <ac:chgData name="Amanda Green" userId="ef39f71f-8982-4ebf-9ef3-4fff8bc0b4a4" providerId="ADAL" clId="{BC26DE0E-BD3B-479F-A06A-F9823552A11C}" dt="2026-06-23T13:12:30.455" v="7392" actId="255"/>
          <ac:spMkLst>
            <pc:docMk/>
            <pc:sldMk cId="0" sldId="2147483441"/>
            <ac:spMk id="20" creationId="{00000000-0000-0000-0000-000000000000}"/>
          </ac:spMkLst>
        </pc:spChg>
        <pc:spChg chg="mod">
          <ac:chgData name="Amanda Green" userId="ef39f71f-8982-4ebf-9ef3-4fff8bc0b4a4" providerId="ADAL" clId="{BC26DE0E-BD3B-479F-A06A-F9823552A11C}" dt="2026-06-23T13:16:47.176" v="7514" actId="1035"/>
          <ac:spMkLst>
            <pc:docMk/>
            <pc:sldMk cId="0" sldId="2147483441"/>
            <ac:spMk id="22" creationId="{00000000-0000-0000-0000-000000000000}"/>
          </ac:spMkLst>
        </pc:spChg>
        <pc:spChg chg="mod">
          <ac:chgData name="Amanda Green" userId="ef39f71f-8982-4ebf-9ef3-4fff8bc0b4a4" providerId="ADAL" clId="{BC26DE0E-BD3B-479F-A06A-F9823552A11C}" dt="2026-06-23T13:16:37.959" v="7510" actId="14100"/>
          <ac:spMkLst>
            <pc:docMk/>
            <pc:sldMk cId="0" sldId="2147483441"/>
            <ac:spMk id="23" creationId="{00000000-0000-0000-0000-000000000000}"/>
          </ac:spMkLst>
        </pc:spChg>
        <pc:spChg chg="mod">
          <ac:chgData name="Amanda Green" userId="ef39f71f-8982-4ebf-9ef3-4fff8bc0b4a4" providerId="ADAL" clId="{BC26DE0E-BD3B-479F-A06A-F9823552A11C}" dt="2026-06-23T13:12:44.631" v="7394" actId="255"/>
          <ac:spMkLst>
            <pc:docMk/>
            <pc:sldMk cId="0" sldId="2147483441"/>
            <ac:spMk id="25" creationId="{00000000-0000-0000-0000-000000000000}"/>
          </ac:spMkLst>
        </pc:spChg>
        <pc:spChg chg="mod">
          <ac:chgData name="Amanda Green" userId="ef39f71f-8982-4ebf-9ef3-4fff8bc0b4a4" providerId="ADAL" clId="{BC26DE0E-BD3B-479F-A06A-F9823552A11C}" dt="2026-06-23T13:17:24.451" v="7543" actId="1035"/>
          <ac:spMkLst>
            <pc:docMk/>
            <pc:sldMk cId="0" sldId="2147483441"/>
            <ac:spMk id="27" creationId="{00000000-0000-0000-0000-000000000000}"/>
          </ac:spMkLst>
        </pc:spChg>
        <pc:spChg chg="mod">
          <ac:chgData name="Amanda Green" userId="ef39f71f-8982-4ebf-9ef3-4fff8bc0b4a4" providerId="ADAL" clId="{BC26DE0E-BD3B-479F-A06A-F9823552A11C}" dt="2026-06-23T13:17:41.743" v="7549" actId="1035"/>
          <ac:spMkLst>
            <pc:docMk/>
            <pc:sldMk cId="0" sldId="2147483441"/>
            <ac:spMk id="28" creationId="{00000000-0000-0000-0000-000000000000}"/>
          </ac:spMkLst>
        </pc:spChg>
      </pc:sldChg>
      <pc:sldChg chg="modSp add mod">
        <pc:chgData name="Amanda Green" userId="ef39f71f-8982-4ebf-9ef3-4fff8bc0b4a4" providerId="ADAL" clId="{BC26DE0E-BD3B-479F-A06A-F9823552A11C}" dt="2026-06-23T17:00:23.419" v="8146" actId="1035"/>
        <pc:sldMkLst>
          <pc:docMk/>
          <pc:sldMk cId="1706670372" sldId="2147483442"/>
        </pc:sldMkLst>
        <pc:spChg chg="mod">
          <ac:chgData name="Amanda Green" userId="ef39f71f-8982-4ebf-9ef3-4fff8bc0b4a4" providerId="ADAL" clId="{BC26DE0E-BD3B-479F-A06A-F9823552A11C}" dt="2026-06-23T16:58:55.508" v="8129" actId="20577"/>
          <ac:spMkLst>
            <pc:docMk/>
            <pc:sldMk cId="1706670372" sldId="2147483442"/>
            <ac:spMk id="2" creationId="{8A6A187F-B9D3-1484-C889-C5065596636A}"/>
          </ac:spMkLst>
        </pc:spChg>
        <pc:graphicFrameChg chg="mod modGraphic">
          <ac:chgData name="Amanda Green" userId="ef39f71f-8982-4ebf-9ef3-4fff8bc0b4a4" providerId="ADAL" clId="{BC26DE0E-BD3B-479F-A06A-F9823552A11C}" dt="2026-06-23T17:00:23.419" v="8146" actId="1035"/>
          <ac:graphicFrameMkLst>
            <pc:docMk/>
            <pc:sldMk cId="1706670372" sldId="2147483442"/>
            <ac:graphicFrameMk id="33" creationId="{C65C8FA5-5AAA-6BA9-F20F-6DAD4D2D0EB3}"/>
          </ac:graphicFrameMkLst>
        </pc:graphicFrameChg>
      </pc:sldChg>
      <pc:sldChg chg="addSp delSp add del setBg delDesignElem">
        <pc:chgData name="Amanda Green" userId="ef39f71f-8982-4ebf-9ef3-4fff8bc0b4a4" providerId="ADAL" clId="{BC26DE0E-BD3B-479F-A06A-F9823552A11C}" dt="2026-06-23T16:56:36.541" v="8073"/>
        <pc:sldMkLst>
          <pc:docMk/>
          <pc:sldMk cId="2502901213" sldId="2147483442"/>
        </pc:sldMkLst>
        <pc:spChg chg="add del">
          <ac:chgData name="Amanda Green" userId="ef39f71f-8982-4ebf-9ef3-4fff8bc0b4a4" providerId="ADAL" clId="{BC26DE0E-BD3B-479F-A06A-F9823552A11C}" dt="2026-06-23T16:56:36.541" v="8073"/>
          <ac:spMkLst>
            <pc:docMk/>
            <pc:sldMk cId="2502901213" sldId="2147483442"/>
            <ac:spMk id="193" creationId="{1F1998BC-BA6C-7866-E3CB-E2E1B85861F6}"/>
          </ac:spMkLst>
        </pc:spChg>
        <pc:spChg chg="add del">
          <ac:chgData name="Amanda Green" userId="ef39f71f-8982-4ebf-9ef3-4fff8bc0b4a4" providerId="ADAL" clId="{BC26DE0E-BD3B-479F-A06A-F9823552A11C}" dt="2026-06-23T16:56:36.541" v="8073"/>
          <ac:spMkLst>
            <pc:docMk/>
            <pc:sldMk cId="2502901213" sldId="2147483442"/>
            <ac:spMk id="195" creationId="{76D91492-0EB9-183D-5288-4CFF985911FF}"/>
          </ac:spMkLst>
        </pc:spChg>
        <pc:spChg chg="add del">
          <ac:chgData name="Amanda Green" userId="ef39f71f-8982-4ebf-9ef3-4fff8bc0b4a4" providerId="ADAL" clId="{BC26DE0E-BD3B-479F-A06A-F9823552A11C}" dt="2026-06-23T16:56:36.541" v="8073"/>
          <ac:spMkLst>
            <pc:docMk/>
            <pc:sldMk cId="2502901213" sldId="2147483442"/>
            <ac:spMk id="197" creationId="{E4B24791-2B3F-B87F-FC26-1752DC9B4489}"/>
          </ac:spMkLst>
        </pc:spChg>
        <pc:spChg chg="add del">
          <ac:chgData name="Amanda Green" userId="ef39f71f-8982-4ebf-9ef3-4fff8bc0b4a4" providerId="ADAL" clId="{BC26DE0E-BD3B-479F-A06A-F9823552A11C}" dt="2026-06-23T16:56:36.541" v="8073"/>
          <ac:spMkLst>
            <pc:docMk/>
            <pc:sldMk cId="2502901213" sldId="2147483442"/>
            <ac:spMk id="199" creationId="{08A0D885-85A0-A3E0-0698-3D3BE4F4A65E}"/>
          </ac:spMkLst>
        </pc:spChg>
      </pc:sldChg>
      <pc:sldMasterChg chg="del delSldLayout">
        <pc:chgData name="Amanda Green" userId="ef39f71f-8982-4ebf-9ef3-4fff8bc0b4a4" providerId="ADAL" clId="{BC26DE0E-BD3B-479F-A06A-F9823552A11C}" dt="2026-06-23T12:59:16.330" v="7068"/>
        <pc:sldMasterMkLst>
          <pc:docMk/>
          <pc:sldMasterMk cId="4267502478" sldId="2147484044"/>
        </pc:sldMasterMkLst>
        <pc:sldLayoutChg chg="del">
          <pc:chgData name="Amanda Green" userId="ef39f71f-8982-4ebf-9ef3-4fff8bc0b4a4" providerId="ADAL" clId="{BC26DE0E-BD3B-479F-A06A-F9823552A11C}" dt="2026-06-23T12:59:16.330" v="7068"/>
          <pc:sldLayoutMkLst>
            <pc:docMk/>
            <pc:sldMasterMk cId="4267502478" sldId="2147484044"/>
            <pc:sldLayoutMk cId="1001538157" sldId="2147484045"/>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3777047643" sldId="2147484046"/>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2062455195" sldId="2147484047"/>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497795568" sldId="2147484048"/>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1701523648" sldId="2147484049"/>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3234817759" sldId="2147484050"/>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2453479380" sldId="2147484051"/>
          </pc:sldLayoutMkLst>
        </pc:sldLayoutChg>
        <pc:sldLayoutChg chg="del">
          <pc:chgData name="Amanda Green" userId="ef39f71f-8982-4ebf-9ef3-4fff8bc0b4a4" providerId="ADAL" clId="{BC26DE0E-BD3B-479F-A06A-F9823552A11C}" dt="2026-06-23T12:59:16.330" v="7068"/>
          <pc:sldLayoutMkLst>
            <pc:docMk/>
            <pc:sldMasterMk cId="4267502478" sldId="2147484044"/>
            <pc:sldLayoutMk cId="3125942323" sldId="214748405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7DDFF-61A3-407E-2AC3-DDF84D613839}"/>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83B1BAE-4742-FAC3-DAAC-0A0553DAB5D0}"/>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F8EEF198-8B2A-4F6B-B4B4-D2C266876970}" type="datetimeFigureOut">
              <a:rPr lang="en-US" smtClean="0"/>
              <a:t>6/24/2026</a:t>
            </a:fld>
            <a:endParaRPr lang="en-US"/>
          </a:p>
        </p:txBody>
      </p:sp>
      <p:sp>
        <p:nvSpPr>
          <p:cNvPr id="4" name="Footer Placeholder 3">
            <a:extLst>
              <a:ext uri="{FF2B5EF4-FFF2-40B4-BE49-F238E27FC236}">
                <a16:creationId xmlns:a16="http://schemas.microsoft.com/office/drawing/2014/main" id="{D55478CA-F36B-3226-DC09-DCA52EED88AA}"/>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394A86-9502-8380-A5ED-EB29ABFEE576}"/>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DF8810B8-267B-4347-A956-81A4F72F07CE}" type="slidenum">
              <a:rPr lang="en-US" smtClean="0"/>
              <a:t>‹#›</a:t>
            </a:fld>
            <a:endParaRPr lang="en-US"/>
          </a:p>
        </p:txBody>
      </p:sp>
    </p:spTree>
    <p:extLst>
      <p:ext uri="{BB962C8B-B14F-4D97-AF65-F5344CB8AC3E}">
        <p14:creationId xmlns:p14="http://schemas.microsoft.com/office/powerpoint/2010/main" val="213670547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7" tIns="46589" rIns="93177" bIns="46589" rtlCol="0"/>
          <a:lstStyle>
            <a:lvl1pPr algn="r">
              <a:defRPr sz="1200"/>
            </a:lvl1pPr>
          </a:lstStyle>
          <a:p>
            <a:fld id="{DADABD29-C922-4A4C-BBC0-DB196A113FC7}" type="datetimeFigureOut">
              <a:rPr lang="en-US" smtClean="0"/>
              <a:t>6/24/2026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8FCD8190-0230-42D2-B05A-8F91B5C52B0C}" type="slidenum">
              <a:rPr lang="en-US" smtClean="0"/>
              <a:t>‹#›</a:t>
            </a:fld>
            <a:endParaRPr lang="en-US"/>
          </a:p>
        </p:txBody>
      </p:sp>
    </p:spTree>
    <p:extLst>
      <p:ext uri="{BB962C8B-B14F-4D97-AF65-F5344CB8AC3E}">
        <p14:creationId xmlns:p14="http://schemas.microsoft.com/office/powerpoint/2010/main" val="357851426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the ECHOTRIBBLE Collaboration Event.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7ACA8A-530C-4F86-8400-318707A650F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6708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notes"/>
          <p:cNvSpPr txBox="1">
            <a:spLocks noGrp="1"/>
          </p:cNvSpPr>
          <p:nvPr>
            <p:ph type="body" idx="1"/>
          </p:nvPr>
        </p:nvSpPr>
        <p:spPr>
          <a:xfrm>
            <a:off x="698500" y="4467225"/>
            <a:ext cx="5588000" cy="3656013"/>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Maintaining command and control of cyber capabilities and binary placement is a complex and time-consuming process.  Software updates, software rollbacks, network connectivity, OS changes, etc. all impact the effectiveness and lifespan of cyber capabilities.  In the small network illustrated, there are 8 possible targets but for simplicity we’ll focus on the wireless devices and the desktop machines. </a:t>
            </a:r>
          </a:p>
          <a:p>
            <a:pPr marL="0" lvl="0" indent="0" algn="l" rtl="0">
              <a:spcBef>
                <a:spcPts val="0"/>
              </a:spcBef>
              <a:spcAft>
                <a:spcPts val="0"/>
              </a:spcAft>
              <a:buNone/>
            </a:pPr>
            <a:endParaRPr/>
          </a:p>
        </p:txBody>
      </p:sp>
      <p:sp>
        <p:nvSpPr>
          <p:cNvPr id="396" name="Google Shape;396;p4:notes"/>
          <p:cNvSpPr>
            <a:spLocks noGrp="1" noRot="1" noChangeAspect="1"/>
          </p:cNvSpPr>
          <p:nvPr>
            <p:ph type="sldImg" idx="2"/>
          </p:nvPr>
        </p:nvSpPr>
        <p:spPr>
          <a:xfrm>
            <a:off x="706438" y="1160463"/>
            <a:ext cx="5572125" cy="3133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In this network scenario, we have a couple of portable devices attached to the router and four desktops connected via a firewall.  With access to the network, we emplace one of our </a:t>
            </a:r>
            <a:r>
              <a:rPr lang="en-US" sz="1200" kern="1200" err="1">
                <a:solidFill>
                  <a:schemeClr val="tx1"/>
                </a:solidFill>
                <a:effectLst/>
                <a:latin typeface="+mn-lt"/>
                <a:ea typeface="+mn-ea"/>
                <a:cs typeface="+mn-cs"/>
              </a:rPr>
              <a:t>EchoTribble</a:t>
            </a:r>
            <a:r>
              <a:rPr lang="en-US" sz="1200" kern="1200">
                <a:solidFill>
                  <a:schemeClr val="tx1"/>
                </a:solidFill>
                <a:effectLst/>
                <a:latin typeface="+mn-lt"/>
                <a:ea typeface="+mn-ea"/>
                <a:cs typeface="+mn-cs"/>
              </a:rPr>
              <a:t> binaries on the Ubuntu laptop.  During a survey, the ET binary identifies other potential targets, and during the next scheduled communication window, requests and uploads the appropriate modules for propagating to other devices of interest on the network.  The ET binary produces a replica of itself tailored specifically for the iPad, Apple desktop, and Windows 11 PC.  The network changes and the Ubuntu desktop is replaced by an Apple and ET replicates again for that device.</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2EB7FA-5289-4E3E-AAF3-BAD88E047B2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2254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As somewhat illustrated in the previous slide, the Agentic C2 agent should be semi-autonomous, capable of navigating the network and performing certain rule-based tasks without human oversight.  </a:t>
            </a:r>
          </a:p>
          <a:p>
            <a:r>
              <a:rPr lang="en-US"/>
              <a:t>2.   The agent should be capable of detecting changes in the network (within scope) and within the machines(registry, behavior, and file).  Potentially taking action against other binaries that may conflict/impact the effectiveness of the agent.</a:t>
            </a:r>
          </a:p>
          <a:p>
            <a:r>
              <a:rPr lang="en-US"/>
              <a:t>3.   The agent should reside in-memory with randomized activity scheduling and have a toggle for persistence. </a:t>
            </a:r>
          </a:p>
          <a:p>
            <a:pPr marL="228600" indent="-228600">
              <a:buAutoNum type="arabicPeriod" startAt="4"/>
            </a:pPr>
            <a:r>
              <a:rPr lang="en-US"/>
              <a:t>The agent will have defined rule-set(s) for propagation, self-recovery, and self-deletion.</a:t>
            </a:r>
          </a:p>
          <a:p>
            <a:pPr marL="228600" indent="-228600">
              <a:buAutoNum type="arabicPeriod" startAt="4"/>
            </a:pPr>
            <a:r>
              <a:rPr lang="en-US"/>
              <a:t>Modularity will be key to this C2 framework, with modules for Windows, Linux, and macOS as the initial primary focus.</a:t>
            </a:r>
          </a:p>
          <a:p>
            <a:pPr marL="228600" indent="-228600">
              <a:buAutoNum type="arabicPeriod" startAt="4"/>
            </a:pPr>
            <a:r>
              <a:rPr lang="en-US"/>
              <a:t>Communication channel(s) are low-bandwidth beaconing with tunable frequency via minimal CLI or local web service endpoint.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2EB7FA-5289-4E3E-AAF3-BAD88E047B2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2696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Please provide a whitepaper that focuses on the first five items with the sixth item provided in the addendum.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Here is the current timeline for the project.   </a:t>
            </a:r>
          </a:p>
          <a:p>
            <a:pPr marL="228600" indent="-228600">
              <a:buAutoNum type="arabicPeriod"/>
            </a:pPr>
            <a:r>
              <a:rPr lang="en-US"/>
              <a:t>RFP AE release o/a 20JUL26, with the grading period between 22JUL-13AUG26.  This widow could adjust depending on the RFP AE   release.</a:t>
            </a:r>
          </a:p>
          <a:p>
            <a:pPr marL="228600" indent="-228600">
              <a:buAutoNum type="arabicPeriod"/>
            </a:pPr>
            <a:r>
              <a:rPr lang="en-US"/>
              <a:t>Down select project to be o/a 9-10SEP26.</a:t>
            </a:r>
          </a:p>
          <a:p>
            <a:pPr marL="228600" indent="-228600">
              <a:buAutoNum type="arabicPeriod"/>
            </a:pPr>
            <a:r>
              <a:rPr lang="en-US"/>
              <a:t>Prototype  delivery on/a 23NOV26. </a:t>
            </a:r>
          </a:p>
          <a:p>
            <a:pPr marL="228600" indent="-228600">
              <a:buAutoNum type="arabicPeriod"/>
            </a:pPr>
            <a:r>
              <a:rPr lang="en-US"/>
              <a:t>Any questions?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3676" y="0"/>
            <a:ext cx="4878324" cy="6858000"/>
          </a:xfrm>
          <a:prstGeom prst="rect">
            <a:avLst/>
          </a:prstGeom>
        </p:spPr>
      </p:pic>
      <p:sp>
        <p:nvSpPr>
          <p:cNvPr id="4" name="Text Placeholder 3"/>
          <p:cNvSpPr>
            <a:spLocks noGrp="1"/>
          </p:cNvSpPr>
          <p:nvPr>
            <p:ph type="body" sz="quarter" idx="12" hasCustomPrompt="1"/>
          </p:nvPr>
        </p:nvSpPr>
        <p:spPr>
          <a:xfrm>
            <a:off x="558213" y="6409588"/>
            <a:ext cx="3657848" cy="251040"/>
          </a:xfrm>
          <a:prstGeom prst="rect">
            <a:avLst/>
          </a:prstGeom>
        </p:spPr>
        <p:txBody>
          <a:bodyPr/>
          <a:lstStyle>
            <a:lvl1pPr marL="0" indent="0">
              <a:buNone/>
              <a:defRPr sz="1200" b="1">
                <a:solidFill>
                  <a:srgbClr val="00B050"/>
                </a:solidFill>
                <a:latin typeface="Arial" panose="020B0604020202020204" pitchFamily="34" charset="0"/>
                <a:cs typeface="Arial" panose="020B0604020202020204" pitchFamily="34" charset="0"/>
              </a:defRPr>
            </a:lvl1pPr>
          </a:lstStyle>
          <a:p>
            <a:pPr lvl="0"/>
            <a:r>
              <a:rPr lang="en-US"/>
              <a:t>UNCLASSIFIED</a:t>
            </a:r>
          </a:p>
        </p:txBody>
      </p:sp>
      <p:sp>
        <p:nvSpPr>
          <p:cNvPr id="8" name="Rectangle 7"/>
          <p:cNvSpPr/>
          <p:nvPr userDrawn="1"/>
        </p:nvSpPr>
        <p:spPr>
          <a:xfrm>
            <a:off x="558213" y="6244571"/>
            <a:ext cx="2199096" cy="215444"/>
          </a:xfrm>
          <a:prstGeom prst="rect">
            <a:avLst/>
          </a:prstGeom>
        </p:spPr>
        <p:txBody>
          <a:bodyPr wrap="square">
            <a:spAutoFit/>
          </a:bodyPr>
          <a:lstStyle/>
          <a:p>
            <a:pPr>
              <a:lnSpc>
                <a:spcPct val="100000"/>
              </a:lnSpc>
            </a:pPr>
            <a:r>
              <a:rPr lang="en-US" sz="800" b="1" spc="-7">
                <a:solidFill>
                  <a:schemeClr val="tx1">
                    <a:lumMod val="65000"/>
                    <a:lumOff val="35000"/>
                  </a:schemeClr>
                </a:solidFill>
                <a:latin typeface="Arial" panose="020B0604020202020204" pitchFamily="34" charset="0"/>
                <a:cs typeface="Arial" panose="020B0604020202020204" pitchFamily="34" charset="0"/>
              </a:rPr>
              <a:t>Overall classification of this brief is </a:t>
            </a:r>
          </a:p>
        </p:txBody>
      </p:sp>
      <p:sp>
        <p:nvSpPr>
          <p:cNvPr id="12" name="Rectangle 11"/>
          <p:cNvSpPr/>
          <p:nvPr userDrawn="1"/>
        </p:nvSpPr>
        <p:spPr>
          <a:xfrm flipV="1">
            <a:off x="0" y="856299"/>
            <a:ext cx="315884" cy="3838582"/>
          </a:xfrm>
          <a:prstGeom prst="rect">
            <a:avLst/>
          </a:pr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55"/>
          </a:p>
        </p:txBody>
      </p:sp>
      <p:sp>
        <p:nvSpPr>
          <p:cNvPr id="13" name="Text Placeholder 2"/>
          <p:cNvSpPr>
            <a:spLocks noGrp="1"/>
          </p:cNvSpPr>
          <p:nvPr>
            <p:ph type="body" sz="quarter" idx="11" hasCustomPrompt="1"/>
          </p:nvPr>
        </p:nvSpPr>
        <p:spPr>
          <a:xfrm>
            <a:off x="856488" y="1716116"/>
            <a:ext cx="6941515" cy="558911"/>
          </a:xfrm>
          <a:prstGeom prst="rect">
            <a:avLst/>
          </a:prstGeom>
          <a:solidFill>
            <a:schemeClr val="bg1"/>
          </a:solidFill>
        </p:spPr>
        <p:txBody>
          <a:bodyPr/>
          <a:lstStyle>
            <a:lvl1pPr marL="0" indent="0">
              <a:buNone/>
              <a:defRPr sz="4400">
                <a:latin typeface="Montserrat Black" pitchFamily="2" charset="0"/>
              </a:defRPr>
            </a:lvl1pPr>
          </a:lstStyle>
          <a:p>
            <a:pPr lvl="0"/>
            <a:r>
              <a:rPr lang="en-US"/>
              <a:t>TITLE GOES HERE</a:t>
            </a:r>
          </a:p>
        </p:txBody>
      </p:sp>
      <p:sp>
        <p:nvSpPr>
          <p:cNvPr id="15" name="Rectangle 14"/>
          <p:cNvSpPr/>
          <p:nvPr userDrawn="1"/>
        </p:nvSpPr>
        <p:spPr>
          <a:xfrm>
            <a:off x="5337454" y="6364659"/>
            <a:ext cx="4814138" cy="307777"/>
          </a:xfrm>
          <a:prstGeom prst="rect">
            <a:avLst/>
          </a:prstGeom>
        </p:spPr>
        <p:txBody>
          <a:bodyPr wrap="none">
            <a:spAutoFit/>
          </a:bodyPr>
          <a:lstStyle/>
          <a:p>
            <a:r>
              <a:rPr lang="en-US" sz="1400">
                <a:solidFill>
                  <a:schemeClr val="bg1">
                    <a:lumMod val="50000"/>
                  </a:schemeClr>
                </a:solidFill>
                <a:latin typeface="Montserrat" pitchFamily="2" charset="77"/>
              </a:rPr>
              <a:t>OPERATE, DEFEND, ATTACK, INFLUENCE, INFORM!</a:t>
            </a:r>
          </a:p>
        </p:txBody>
      </p:sp>
      <p:sp>
        <p:nvSpPr>
          <p:cNvPr id="19" name="Text Placeholder 2"/>
          <p:cNvSpPr>
            <a:spLocks noGrp="1"/>
          </p:cNvSpPr>
          <p:nvPr>
            <p:ph type="body" sz="quarter" idx="13" hasCustomPrompt="1"/>
          </p:nvPr>
        </p:nvSpPr>
        <p:spPr>
          <a:xfrm>
            <a:off x="856489" y="2366157"/>
            <a:ext cx="6043613" cy="409433"/>
          </a:xfrm>
          <a:prstGeom prst="rect">
            <a:avLst/>
          </a:prstGeom>
          <a:solidFill>
            <a:schemeClr val="bg1"/>
          </a:solidFill>
        </p:spPr>
        <p:txBody>
          <a:bodyPr/>
          <a:lstStyle>
            <a:lvl1pPr marL="0" indent="0">
              <a:buNone/>
              <a:defRPr sz="2400" b="0">
                <a:solidFill>
                  <a:schemeClr val="tx1">
                    <a:lumMod val="75000"/>
                    <a:lumOff val="25000"/>
                  </a:schemeClr>
                </a:solidFill>
                <a:latin typeface="Montserrat SemiBold" pitchFamily="2" charset="0"/>
              </a:defRPr>
            </a:lvl1pPr>
          </a:lstStyle>
          <a:p>
            <a:pPr lvl="0"/>
            <a:r>
              <a:rPr lang="en-US"/>
              <a:t>SUB HEADING</a:t>
            </a: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6488" y="894207"/>
            <a:ext cx="2828821" cy="730779"/>
          </a:xfrm>
          <a:prstGeom prst="rect">
            <a:avLst/>
          </a:prstGeom>
        </p:spPr>
      </p:pic>
      <p:sp>
        <p:nvSpPr>
          <p:cNvPr id="5" name="Text Placeholder 3">
            <a:extLst>
              <a:ext uri="{FF2B5EF4-FFF2-40B4-BE49-F238E27FC236}">
                <a16:creationId xmlns:a16="http://schemas.microsoft.com/office/drawing/2014/main" id="{42C00F95-525F-1DE4-EC5B-953AD1C8A775}"/>
              </a:ext>
            </a:extLst>
          </p:cNvPr>
          <p:cNvSpPr>
            <a:spLocks noGrp="1"/>
          </p:cNvSpPr>
          <p:nvPr>
            <p:ph type="body" sz="quarter" idx="14" hasCustomPrompt="1"/>
          </p:nvPr>
        </p:nvSpPr>
        <p:spPr>
          <a:xfrm>
            <a:off x="-3722914" y="6355920"/>
            <a:ext cx="3531925" cy="251040"/>
          </a:xfrm>
          <a:prstGeom prst="rect">
            <a:avLst/>
          </a:prstGeom>
          <a:solidFill>
            <a:schemeClr val="bg1"/>
          </a:solidFill>
        </p:spPr>
        <p:txBody>
          <a:bodyPr/>
          <a:lstStyle>
            <a:lvl1pPr marL="0" indent="0">
              <a:buNone/>
              <a:defRPr sz="1200" b="1">
                <a:solidFill>
                  <a:srgbClr val="FF0000"/>
                </a:solidFill>
                <a:latin typeface="Arial" panose="020B0604020202020204" pitchFamily="34" charset="0"/>
                <a:cs typeface="Arial" panose="020B0604020202020204" pitchFamily="34" charset="0"/>
              </a:defRPr>
            </a:lvl1pPr>
          </a:lstStyle>
          <a:p>
            <a:pPr lvl="0"/>
            <a:r>
              <a:rPr lang="en-US"/>
              <a:t>SECRET</a:t>
            </a:r>
          </a:p>
        </p:txBody>
      </p:sp>
      <p:sp>
        <p:nvSpPr>
          <p:cNvPr id="6" name="Text Placeholder 3">
            <a:extLst>
              <a:ext uri="{FF2B5EF4-FFF2-40B4-BE49-F238E27FC236}">
                <a16:creationId xmlns:a16="http://schemas.microsoft.com/office/drawing/2014/main" id="{41786541-145B-2821-A7B2-6DAB03645577}"/>
              </a:ext>
            </a:extLst>
          </p:cNvPr>
          <p:cNvSpPr>
            <a:spLocks noGrp="1"/>
          </p:cNvSpPr>
          <p:nvPr>
            <p:ph type="body" sz="quarter" idx="15" hasCustomPrompt="1"/>
          </p:nvPr>
        </p:nvSpPr>
        <p:spPr>
          <a:xfrm>
            <a:off x="-3722914" y="6606960"/>
            <a:ext cx="3531925" cy="251040"/>
          </a:xfrm>
          <a:prstGeom prst="rect">
            <a:avLst/>
          </a:prstGeom>
          <a:solidFill>
            <a:schemeClr val="bg1"/>
          </a:solidFill>
        </p:spPr>
        <p:txBody>
          <a:bodyPr/>
          <a:lstStyle>
            <a:lvl1pPr marL="0" indent="0">
              <a:buNone/>
              <a:defRPr sz="1200" b="1">
                <a:solidFill>
                  <a:srgbClr val="FF9900"/>
                </a:solidFill>
                <a:latin typeface="Arial" panose="020B0604020202020204" pitchFamily="34" charset="0"/>
                <a:cs typeface="Arial" panose="020B0604020202020204" pitchFamily="34" charset="0"/>
              </a:defRPr>
            </a:lvl1pPr>
          </a:lstStyle>
          <a:p>
            <a:pPr lvl="0"/>
            <a:r>
              <a:rPr lang="en-US"/>
              <a:t>TOP SECRET</a:t>
            </a:r>
          </a:p>
        </p:txBody>
      </p:sp>
      <p:sp>
        <p:nvSpPr>
          <p:cNvPr id="7" name="Text Placeholder 3">
            <a:extLst>
              <a:ext uri="{FF2B5EF4-FFF2-40B4-BE49-F238E27FC236}">
                <a16:creationId xmlns:a16="http://schemas.microsoft.com/office/drawing/2014/main" id="{369D9A7E-AEE3-AC79-2F6F-4FA52BBE3CFC}"/>
              </a:ext>
            </a:extLst>
          </p:cNvPr>
          <p:cNvSpPr>
            <a:spLocks noGrp="1"/>
          </p:cNvSpPr>
          <p:nvPr>
            <p:ph type="body" sz="quarter" idx="16" hasCustomPrompt="1"/>
          </p:nvPr>
        </p:nvSpPr>
        <p:spPr>
          <a:xfrm>
            <a:off x="-3722914" y="6089821"/>
            <a:ext cx="3531925" cy="251040"/>
          </a:xfrm>
          <a:prstGeom prst="rect">
            <a:avLst/>
          </a:prstGeom>
          <a:solidFill>
            <a:schemeClr val="bg1"/>
          </a:solidFill>
        </p:spPr>
        <p:txBody>
          <a:bodyPr/>
          <a:lstStyle>
            <a:lvl1pPr marL="0" indent="0">
              <a:buNone/>
              <a:defRPr sz="1200" b="1">
                <a:solidFill>
                  <a:srgbClr val="7030A0"/>
                </a:solidFill>
                <a:latin typeface="Arial" panose="020B0604020202020204" pitchFamily="34" charset="0"/>
                <a:cs typeface="Arial" panose="020B0604020202020204" pitchFamily="34" charset="0"/>
              </a:defRPr>
            </a:lvl1pPr>
          </a:lstStyle>
          <a:p>
            <a:pPr lvl="0"/>
            <a:r>
              <a:rPr lang="en-US"/>
              <a:t>CONTROLLED UNCLASSIFIED INFORMATION</a:t>
            </a:r>
          </a:p>
        </p:txBody>
      </p:sp>
      <p:sp>
        <p:nvSpPr>
          <p:cNvPr id="9" name="Text Placeholder 3">
            <a:extLst>
              <a:ext uri="{FF2B5EF4-FFF2-40B4-BE49-F238E27FC236}">
                <a16:creationId xmlns:a16="http://schemas.microsoft.com/office/drawing/2014/main" id="{3CD033C2-97DF-DB0A-A287-B84E5A840E54}"/>
              </a:ext>
            </a:extLst>
          </p:cNvPr>
          <p:cNvSpPr>
            <a:spLocks noGrp="1"/>
          </p:cNvSpPr>
          <p:nvPr>
            <p:ph type="body" sz="quarter" idx="17" hasCustomPrompt="1"/>
          </p:nvPr>
        </p:nvSpPr>
        <p:spPr>
          <a:xfrm>
            <a:off x="-3722914" y="5832843"/>
            <a:ext cx="3531925" cy="251040"/>
          </a:xfrm>
          <a:prstGeom prst="rect">
            <a:avLst/>
          </a:prstGeom>
          <a:solidFill>
            <a:schemeClr val="bg1"/>
          </a:solidFill>
        </p:spPr>
        <p:txBody>
          <a:bodyPr/>
          <a:lstStyle>
            <a:lvl1pPr marL="0" indent="0">
              <a:buNone/>
              <a:defRPr sz="1200" b="1">
                <a:solidFill>
                  <a:srgbClr val="00B050"/>
                </a:solidFill>
                <a:latin typeface="Arial" panose="020B0604020202020204" pitchFamily="34" charset="0"/>
                <a:cs typeface="Arial" panose="020B0604020202020204" pitchFamily="34" charset="0"/>
              </a:defRPr>
            </a:lvl1pPr>
          </a:lstStyle>
          <a:p>
            <a:pPr lvl="0"/>
            <a:r>
              <a:rPr lang="en-US"/>
              <a:t>UNCLASSIFIED</a:t>
            </a:r>
          </a:p>
        </p:txBody>
      </p:sp>
      <p:sp>
        <p:nvSpPr>
          <p:cNvPr id="10" name="Text Placeholder 3">
            <a:extLst>
              <a:ext uri="{FF2B5EF4-FFF2-40B4-BE49-F238E27FC236}">
                <a16:creationId xmlns:a16="http://schemas.microsoft.com/office/drawing/2014/main" id="{12FB06D3-6519-4A42-5734-118D9E812BE3}"/>
              </a:ext>
            </a:extLst>
          </p:cNvPr>
          <p:cNvSpPr>
            <a:spLocks noGrp="1"/>
          </p:cNvSpPr>
          <p:nvPr>
            <p:ph type="body" sz="quarter" idx="18" hasCustomPrompt="1"/>
          </p:nvPr>
        </p:nvSpPr>
        <p:spPr>
          <a:xfrm>
            <a:off x="-3722914" y="5581803"/>
            <a:ext cx="3531925" cy="251040"/>
          </a:xfrm>
          <a:prstGeom prst="rect">
            <a:avLst/>
          </a:prstGeom>
          <a:solidFill>
            <a:schemeClr val="tx1"/>
          </a:solidFill>
        </p:spPr>
        <p:txBody>
          <a:bodyPr/>
          <a:lstStyle>
            <a:lvl1pPr marL="0" indent="0">
              <a:buNone/>
              <a:defRPr sz="1200" b="1">
                <a:solidFill>
                  <a:schemeClr val="bg1"/>
                </a:solidFill>
                <a:latin typeface="Arial" panose="020B0604020202020204" pitchFamily="34" charset="0"/>
                <a:cs typeface="Arial" panose="020B0604020202020204" pitchFamily="34" charset="0"/>
              </a:defRPr>
            </a:lvl1pPr>
          </a:lstStyle>
          <a:p>
            <a:pPr lvl="0"/>
            <a:r>
              <a:rPr lang="en-US"/>
              <a:t>REFERENCE ONLY</a:t>
            </a:r>
          </a:p>
        </p:txBody>
      </p:sp>
      <p:pic>
        <p:nvPicPr>
          <p:cNvPr id="16" name="Picture 15" descr="Logo&#10;&#10;Description automatically generated">
            <a:extLst>
              <a:ext uri="{FF2B5EF4-FFF2-40B4-BE49-F238E27FC236}">
                <a16:creationId xmlns:a16="http://schemas.microsoft.com/office/drawing/2014/main" id="{6F761AD6-900E-23C8-81D4-063E5ED557F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41608" y="185928"/>
            <a:ext cx="576072" cy="576072"/>
          </a:xfrm>
          <a:prstGeom prst="rect">
            <a:avLst/>
          </a:prstGeom>
        </p:spPr>
      </p:pic>
    </p:spTree>
    <p:extLst>
      <p:ext uri="{BB962C8B-B14F-4D97-AF65-F5344CB8AC3E}">
        <p14:creationId xmlns:p14="http://schemas.microsoft.com/office/powerpoint/2010/main" val="386153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6342"/>
          <a:stretch/>
        </p:blipFill>
        <p:spPr>
          <a:xfrm>
            <a:off x="1" y="1151906"/>
            <a:ext cx="3187472" cy="5006883"/>
          </a:xfrm>
          <a:prstGeom prst="rect">
            <a:avLst/>
          </a:prstGeom>
        </p:spPr>
      </p:pic>
      <p:sp>
        <p:nvSpPr>
          <p:cNvPr id="8" name="Text Placeholder 4"/>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9" name="Text Placeholder 3"/>
          <p:cNvSpPr>
            <a:spLocks noGrp="1"/>
          </p:cNvSpPr>
          <p:nvPr>
            <p:ph type="body" sz="quarter" idx="14"/>
          </p:nvPr>
        </p:nvSpPr>
        <p:spPr>
          <a:xfrm>
            <a:off x="2995748" y="1006679"/>
            <a:ext cx="8983731" cy="5402510"/>
          </a:xfrm>
          <a:prstGeom prst="rect">
            <a:avLst/>
          </a:prstGeom>
        </p:spPr>
        <p:txBody>
          <a:bodyPr/>
          <a:lstStyle>
            <a:lvl1pPr marL="228600" indent="-228600">
              <a:spcBef>
                <a:spcPts val="0"/>
              </a:spcBef>
              <a:defRPr>
                <a:latin typeface="Montserrat" pitchFamily="2" charset="0"/>
              </a:defRPr>
            </a:lvl1pPr>
            <a:lvl2pPr marL="457200" indent="-228600">
              <a:spcBef>
                <a:spcPts val="0"/>
              </a:spcBef>
              <a:buFont typeface="Courier New" panose="02070309020205020404" pitchFamily="49" charset="0"/>
              <a:buChar char="o"/>
              <a:defRPr>
                <a:latin typeface="Montserrat" pitchFamily="2" charset="0"/>
              </a:defRPr>
            </a:lvl2pPr>
            <a:lvl3pPr marL="685800" indent="-228600">
              <a:spcBef>
                <a:spcPts val="0"/>
              </a:spcBef>
              <a:buFont typeface="Wingdings" panose="05000000000000000000" pitchFamily="2" charset="2"/>
              <a:buChar char="§"/>
              <a:defRPr>
                <a:latin typeface="Montserrat" pitchFamily="2" charset="0"/>
              </a:defRPr>
            </a:lvl3pPr>
            <a:lvl4pPr marL="914400" indent="-228600">
              <a:spcBef>
                <a:spcPts val="0"/>
              </a:spcBef>
              <a:buFont typeface="Wingdings" panose="05000000000000000000" pitchFamily="2" charset="2"/>
              <a:buChar char="v"/>
              <a:defRPr>
                <a:latin typeface="Montserrat" pitchFamily="2" charset="0"/>
              </a:defRPr>
            </a:lvl4pPr>
            <a:lvl5pPr marL="1143000" indent="-228600">
              <a:spcBef>
                <a:spcPts val="0"/>
              </a:spcBef>
              <a:buFont typeface="Wingdings" panose="05000000000000000000" pitchFamily="2" charset="2"/>
              <a:buChar char="Ø"/>
              <a:defRPr>
                <a:latin typeface="Montserrat" pitchFamily="2" charset="0"/>
              </a:defRPr>
            </a:lvl5pPr>
            <a:lvl6pPr marL="1143000" indent="0">
              <a:spcBef>
                <a:spcPts val="0"/>
              </a:spcBef>
              <a:buNone/>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2"/>
          <p:cNvSpPr>
            <a:spLocks noGrp="1"/>
          </p:cNvSpPr>
          <p:nvPr>
            <p:ph type="body" sz="quarter" idx="15"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
        <p:nvSpPr>
          <p:cNvPr id="11" name="Text Placeholder 4"/>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CLASSIFICATION</a:t>
            </a:r>
          </a:p>
        </p:txBody>
      </p:sp>
      <p:sp>
        <p:nvSpPr>
          <p:cNvPr id="2" name="Text Placeholder 4">
            <a:extLst>
              <a:ext uri="{FF2B5EF4-FFF2-40B4-BE49-F238E27FC236}">
                <a16:creationId xmlns:a16="http://schemas.microsoft.com/office/drawing/2014/main" id="{4009A22F-B94E-9C48-0720-A2D0049FB538}"/>
              </a:ext>
            </a:extLst>
          </p:cNvPr>
          <p:cNvSpPr>
            <a:spLocks noGrp="1"/>
          </p:cNvSpPr>
          <p:nvPr>
            <p:ph type="body" sz="quarter" idx="17" hasCustomPrompt="1"/>
          </p:nvPr>
        </p:nvSpPr>
        <p:spPr>
          <a:xfrm>
            <a:off x="-1704113" y="224068"/>
            <a:ext cx="1419101"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UNCLASSIFIED</a:t>
            </a:r>
          </a:p>
        </p:txBody>
      </p:sp>
      <p:sp>
        <p:nvSpPr>
          <p:cNvPr id="3" name="Text Placeholder 4">
            <a:extLst>
              <a:ext uri="{FF2B5EF4-FFF2-40B4-BE49-F238E27FC236}">
                <a16:creationId xmlns:a16="http://schemas.microsoft.com/office/drawing/2014/main" id="{A1437126-20F5-7155-B338-CF364F4BC58A}"/>
              </a:ext>
            </a:extLst>
          </p:cNvPr>
          <p:cNvSpPr>
            <a:spLocks noGrp="1"/>
          </p:cNvSpPr>
          <p:nvPr>
            <p:ph type="body" sz="quarter" idx="18" hasCustomPrompt="1"/>
          </p:nvPr>
        </p:nvSpPr>
        <p:spPr>
          <a:xfrm>
            <a:off x="-1704113" y="416573"/>
            <a:ext cx="1419101" cy="192505"/>
          </a:xfrm>
          <a:prstGeom prst="rect">
            <a:avLst/>
          </a:prstGeom>
          <a:solidFill>
            <a:srgbClr val="7030A0"/>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CUI</a:t>
            </a:r>
          </a:p>
        </p:txBody>
      </p:sp>
      <p:sp>
        <p:nvSpPr>
          <p:cNvPr id="4" name="Text Placeholder 4">
            <a:extLst>
              <a:ext uri="{FF2B5EF4-FFF2-40B4-BE49-F238E27FC236}">
                <a16:creationId xmlns:a16="http://schemas.microsoft.com/office/drawing/2014/main" id="{57AF27E9-34DA-2F0D-0D32-672295D9B631}"/>
              </a:ext>
            </a:extLst>
          </p:cNvPr>
          <p:cNvSpPr>
            <a:spLocks noGrp="1"/>
          </p:cNvSpPr>
          <p:nvPr>
            <p:ph type="body" sz="quarter" idx="19" hasCustomPrompt="1"/>
          </p:nvPr>
        </p:nvSpPr>
        <p:spPr>
          <a:xfrm>
            <a:off x="-1704113" y="609078"/>
            <a:ext cx="1419101" cy="192505"/>
          </a:xfrm>
          <a:prstGeom prst="rect">
            <a:avLst/>
          </a:prstGeom>
          <a:solidFill>
            <a:srgbClr val="FF0000"/>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SECRET</a:t>
            </a:r>
          </a:p>
        </p:txBody>
      </p:sp>
      <p:sp>
        <p:nvSpPr>
          <p:cNvPr id="5" name="Text Placeholder 4">
            <a:extLst>
              <a:ext uri="{FF2B5EF4-FFF2-40B4-BE49-F238E27FC236}">
                <a16:creationId xmlns:a16="http://schemas.microsoft.com/office/drawing/2014/main" id="{E72A813E-D056-8AB2-6BB4-931839FEF850}"/>
              </a:ext>
            </a:extLst>
          </p:cNvPr>
          <p:cNvSpPr>
            <a:spLocks noGrp="1"/>
          </p:cNvSpPr>
          <p:nvPr>
            <p:ph type="body" sz="quarter" idx="20" hasCustomPrompt="1"/>
          </p:nvPr>
        </p:nvSpPr>
        <p:spPr>
          <a:xfrm>
            <a:off x="-1704113" y="822639"/>
            <a:ext cx="1419101" cy="192505"/>
          </a:xfrm>
          <a:prstGeom prst="rect">
            <a:avLst/>
          </a:prstGeom>
          <a:solidFill>
            <a:srgbClr val="FF9900"/>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TOP SECRET</a:t>
            </a:r>
          </a:p>
        </p:txBody>
      </p:sp>
      <p:sp>
        <p:nvSpPr>
          <p:cNvPr id="6" name="Text Placeholder 3">
            <a:extLst>
              <a:ext uri="{FF2B5EF4-FFF2-40B4-BE49-F238E27FC236}">
                <a16:creationId xmlns:a16="http://schemas.microsoft.com/office/drawing/2014/main" id="{03A207EE-614E-E562-15E8-C4B5771B29B5}"/>
              </a:ext>
            </a:extLst>
          </p:cNvPr>
          <p:cNvSpPr>
            <a:spLocks noGrp="1"/>
          </p:cNvSpPr>
          <p:nvPr>
            <p:ph type="body" sz="quarter" idx="21" hasCustomPrompt="1"/>
          </p:nvPr>
        </p:nvSpPr>
        <p:spPr>
          <a:xfrm>
            <a:off x="-1704113" y="10988"/>
            <a:ext cx="1419101" cy="192024"/>
          </a:xfrm>
          <a:prstGeom prst="rect">
            <a:avLst/>
          </a:prstGeom>
          <a:solidFill>
            <a:schemeClr val="tx1"/>
          </a:solidFill>
        </p:spPr>
        <p:txBody>
          <a:bodyPr/>
          <a:lstStyle>
            <a:lvl1pPr marL="0" indent="0" algn="ctr">
              <a:buNone/>
              <a:defRPr sz="800" b="1">
                <a:solidFill>
                  <a:schemeClr val="bg1"/>
                </a:solidFill>
                <a:latin typeface="+mn-lt"/>
                <a:cs typeface="Arial" panose="020B0604020202020204" pitchFamily="34" charset="0"/>
              </a:defRPr>
            </a:lvl1pPr>
          </a:lstStyle>
          <a:p>
            <a:pPr lvl="0"/>
            <a:r>
              <a:rPr lang="en-US"/>
              <a:t>REFERENCE ONLY</a:t>
            </a:r>
          </a:p>
        </p:txBody>
      </p:sp>
    </p:spTree>
    <p:extLst>
      <p:ext uri="{BB962C8B-B14F-4D97-AF65-F5344CB8AC3E}">
        <p14:creationId xmlns:p14="http://schemas.microsoft.com/office/powerpoint/2010/main" val="474272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0" name="Text Placeholder 9"/>
          <p:cNvSpPr>
            <a:spLocks noGrp="1"/>
          </p:cNvSpPr>
          <p:nvPr>
            <p:ph type="body" sz="quarter" idx="15" hasCustomPrompt="1"/>
          </p:nvPr>
        </p:nvSpPr>
        <p:spPr>
          <a:xfrm>
            <a:off x="228080" y="1006678"/>
            <a:ext cx="11740896" cy="5352177"/>
          </a:xfrm>
          <a:prstGeom prst="rect">
            <a:avLst/>
          </a:prstGeom>
        </p:spPr>
        <p:txBody>
          <a:bodyPr/>
          <a:lstStyle>
            <a:lvl1pPr marL="228600" indent="-228600">
              <a:spcBef>
                <a:spcPts val="0"/>
              </a:spcBef>
              <a:buFont typeface="Arial" panose="020B0604020202020204" pitchFamily="34" charset="0"/>
              <a:buChar char="•"/>
              <a:defRPr>
                <a:latin typeface="Montserrat" pitchFamily="2" charset="0"/>
              </a:defRPr>
            </a:lvl1pPr>
            <a:lvl2pPr marL="457200" indent="-228600">
              <a:spcBef>
                <a:spcPts val="0"/>
              </a:spcBef>
              <a:buFont typeface="Courier New" panose="02070309020205020404" pitchFamily="49" charset="0"/>
              <a:buChar char="o"/>
              <a:defRPr>
                <a:latin typeface="Montserrat" pitchFamily="2" charset="0"/>
              </a:defRPr>
            </a:lvl2pPr>
            <a:lvl3pPr marL="685800" indent="-228600">
              <a:spcBef>
                <a:spcPts val="0"/>
              </a:spcBef>
              <a:buFont typeface="Wingdings" panose="05000000000000000000" pitchFamily="2" charset="2"/>
              <a:buChar char="§"/>
              <a:defRPr>
                <a:latin typeface="Montserrat" pitchFamily="2" charset="0"/>
              </a:defRPr>
            </a:lvl3pPr>
            <a:lvl4pPr marL="914400" indent="-228600">
              <a:spcBef>
                <a:spcPts val="0"/>
              </a:spcBef>
              <a:buFont typeface="Wingdings" panose="05000000000000000000" pitchFamily="2" charset="2"/>
              <a:buChar char="v"/>
              <a:defRPr>
                <a:latin typeface="Montserrat" pitchFamily="2" charset="0"/>
              </a:defRPr>
            </a:lvl4pPr>
            <a:lvl5pPr marL="1143000" indent="-228600">
              <a:spcBef>
                <a:spcPts val="0"/>
              </a:spcBef>
              <a:buFont typeface="Wingdings" panose="05000000000000000000" pitchFamily="2" charset="2"/>
              <a:buChar char="Ø"/>
              <a:defRPr>
                <a:latin typeface="Montserrat" pitchFamily="2" charset="0"/>
              </a:defRPr>
            </a:lvl5pPr>
            <a:lvl6pPr marL="2286000" indent="0">
              <a:buNone/>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5DF4D4B-7069-8DF3-409F-2B298476E2AF}"/>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3" name="Text Placeholder 4">
            <a:extLst>
              <a:ext uri="{FF2B5EF4-FFF2-40B4-BE49-F238E27FC236}">
                <a16:creationId xmlns:a16="http://schemas.microsoft.com/office/drawing/2014/main" id="{D17B9BF0-064C-0925-F886-C2CD721E6316}"/>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22">
            <a:extLst>
              <a:ext uri="{FF2B5EF4-FFF2-40B4-BE49-F238E27FC236}">
                <a16:creationId xmlns:a16="http://schemas.microsoft.com/office/drawing/2014/main" id="{85058FD9-A4BE-0D29-4639-EADD48D79D18}"/>
              </a:ext>
            </a:extLst>
          </p:cNvPr>
          <p:cNvSpPr>
            <a:spLocks noGrp="1"/>
          </p:cNvSpPr>
          <p:nvPr>
            <p:ph type="body" sz="quarter" idx="17"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Tree>
    <p:extLst>
      <p:ext uri="{BB962C8B-B14F-4D97-AF65-F5344CB8AC3E}">
        <p14:creationId xmlns:p14="http://schemas.microsoft.com/office/powerpoint/2010/main" val="231098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p:cNvSpPr/>
          <p:nvPr userDrawn="1"/>
        </p:nvSpPr>
        <p:spPr>
          <a:xfrm>
            <a:off x="-1" y="213286"/>
            <a:ext cx="9864437" cy="846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4">
            <a:extLst>
              <a:ext uri="{FF2B5EF4-FFF2-40B4-BE49-F238E27FC236}">
                <a16:creationId xmlns:a16="http://schemas.microsoft.com/office/drawing/2014/main" id="{957CEDCF-4BB9-2B85-AC72-DC59881BD8F7}"/>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4">
            <a:extLst>
              <a:ext uri="{FF2B5EF4-FFF2-40B4-BE49-F238E27FC236}">
                <a16:creationId xmlns:a16="http://schemas.microsoft.com/office/drawing/2014/main" id="{15961C5A-D69B-BBE8-30EE-B84714A25353}"/>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Tree>
    <p:extLst>
      <p:ext uri="{BB962C8B-B14F-4D97-AF65-F5344CB8AC3E}">
        <p14:creationId xmlns:p14="http://schemas.microsoft.com/office/powerpoint/2010/main" val="3168407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Rectangle 1"/>
          <p:cNvSpPr/>
          <p:nvPr userDrawn="1"/>
        </p:nvSpPr>
        <p:spPr>
          <a:xfrm>
            <a:off x="-1" y="213286"/>
            <a:ext cx="9864437" cy="846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
        <p:nvSpPr>
          <p:cNvPr id="10" name="Rectangle 24"/>
          <p:cNvSpPr/>
          <p:nvPr userDrawn="1"/>
        </p:nvSpPr>
        <p:spPr>
          <a:xfrm>
            <a:off x="2688748" y="6565779"/>
            <a:ext cx="3502328" cy="293786"/>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490201 w 5136078"/>
              <a:gd name="connsiteY1" fmla="*/ 21617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490201" y="21617"/>
                </a:lnTo>
                <a:lnTo>
                  <a:pt x="5136078" y="261257"/>
                </a:lnTo>
                <a:lnTo>
                  <a:pt x="0" y="261257"/>
                </a:lnTo>
                <a:lnTo>
                  <a:pt x="0" y="0"/>
                </a:lnTo>
                <a:close/>
              </a:path>
            </a:pathLst>
          </a:cu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lumMod val="75000"/>
                    <a:lumOff val="25000"/>
                  </a:schemeClr>
                </a:solidFill>
                <a:effectLst/>
                <a:uLnTx/>
                <a:uFillTx/>
                <a:latin typeface="Montserrat" pitchFamily="2" charset="0"/>
                <a:ea typeface="+mn-ea"/>
                <a:cs typeface="Arial" panose="020B0604020202020204" pitchFamily="34" charset="0"/>
              </a:rPr>
              <a:t>   OPERATE, DEFEND, ATTACK, INFLUENCE, INFORM!</a:t>
            </a:r>
          </a:p>
        </p:txBody>
      </p:sp>
      <p:sp>
        <p:nvSpPr>
          <p:cNvPr id="11" name="Rectangle 24"/>
          <p:cNvSpPr/>
          <p:nvPr userDrawn="1"/>
        </p:nvSpPr>
        <p:spPr>
          <a:xfrm>
            <a:off x="1" y="6528816"/>
            <a:ext cx="2808514" cy="338447"/>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916384" y="5938"/>
                </a:lnTo>
                <a:lnTo>
                  <a:pt x="5136078" y="261257"/>
                </a:lnTo>
                <a:lnTo>
                  <a:pt x="0" y="261257"/>
                </a:lnTo>
                <a:lnTo>
                  <a:pt x="0" y="0"/>
                </a:lnTo>
                <a:close/>
              </a:path>
            </a:pathLst>
          </a:custGeom>
          <a:solidFill>
            <a:srgbClr val="1A563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Montserrat" pitchFamily="2" charset="0"/>
                <a:ea typeface="Verdana" panose="020B0604030504040204" pitchFamily="34" charset="0"/>
                <a:cs typeface="+mn-cs"/>
              </a:rPr>
              <a:t>U.S. ARMY CYBER COMMAND </a:t>
            </a:r>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9659" y="6544267"/>
            <a:ext cx="356124" cy="272833"/>
          </a:xfrm>
          <a:prstGeom prst="rect">
            <a:avLst/>
          </a:prstGeom>
          <a:noFill/>
        </p:spPr>
      </p:pic>
      <p:sp>
        <p:nvSpPr>
          <p:cNvPr id="3" name="Text Placeholder 4">
            <a:extLst>
              <a:ext uri="{FF2B5EF4-FFF2-40B4-BE49-F238E27FC236}">
                <a16:creationId xmlns:a16="http://schemas.microsoft.com/office/drawing/2014/main" id="{63B3E9EC-486B-281C-0514-89DA6F0DC140}"/>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4">
            <a:extLst>
              <a:ext uri="{FF2B5EF4-FFF2-40B4-BE49-F238E27FC236}">
                <a16:creationId xmlns:a16="http://schemas.microsoft.com/office/drawing/2014/main" id="{A6E40C6B-1D73-F440-BAFA-41F6F021E90D}"/>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Tree>
    <p:extLst>
      <p:ext uri="{BB962C8B-B14F-4D97-AF65-F5344CB8AC3E}">
        <p14:creationId xmlns:p14="http://schemas.microsoft.com/office/powerpoint/2010/main" val="84144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2" name="Shape 1121"/>
          <p:cNvSpPr txBox="1">
            <a:spLocks/>
          </p:cNvSpPr>
          <p:nvPr userDrawn="1"/>
        </p:nvSpPr>
        <p:spPr>
          <a:xfrm>
            <a:off x="982568" y="366382"/>
            <a:ext cx="7279988" cy="646712"/>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t">
            <a:normAutofit/>
          </a:bodyPr>
          <a:lstStyle>
            <a:lvl1pPr marL="0" marR="0" indent="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1pPr>
            <a:lvl2pPr marL="0" marR="0" indent="2286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2pPr>
            <a:lvl3pPr marL="0" marR="0" indent="4572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3pPr>
            <a:lvl4pPr marL="0" marR="0" indent="6858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4pPr>
            <a:lvl5pPr marL="0" marR="0" indent="9144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5pPr>
            <a:lvl6pPr marL="0" marR="0" indent="11430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6pPr>
            <a:lvl7pPr marL="0" marR="0" indent="13716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7pPr>
            <a:lvl8pPr marL="0" marR="0" indent="16002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8pPr>
            <a:lvl9pPr marL="0" marR="0" indent="18288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9pPr>
          </a:lstStyle>
          <a:p>
            <a:pPr marL="0" marR="0" lvl="0" indent="0" algn="l" defTabSz="825500" rtl="0" eaLnBrk="1" fontAlgn="auto" latinLnBrk="0" hangingPunct="1">
              <a:lnSpc>
                <a:spcPct val="80000"/>
              </a:lnSpc>
              <a:spcBef>
                <a:spcPts val="0"/>
              </a:spcBef>
              <a:spcAft>
                <a:spcPts val="0"/>
              </a:spcAft>
              <a:buClrTx/>
              <a:buSzTx/>
              <a:buFontTx/>
              <a:buNone/>
              <a:tabLst/>
              <a:defRPr/>
            </a:pPr>
            <a:endParaRPr kumimoji="0" lang="de-DE" sz="3600" b="1" i="0" u="none" strike="noStrike" kern="1200" cap="none" spc="0" normalizeH="0" baseline="0" noProof="0">
              <a:ln>
                <a:noFill/>
              </a:ln>
              <a:solidFill>
                <a:prstClr val="white"/>
              </a:solidFill>
              <a:effectLst/>
              <a:uLnTx/>
              <a:uFillTx/>
              <a:latin typeface="Franklin Gothic Medium Cond" panose="020B0606030402020204" pitchFamily="34" charset="0"/>
              <a:ea typeface="+mj-ea"/>
              <a:cs typeface="Arial" panose="020B0604020202020204" pitchFamily="34" charset="0"/>
              <a:sym typeface="Montserrat Semi Bold"/>
            </a:endParaRPr>
          </a:p>
        </p:txBody>
      </p:sp>
      <p:sp>
        <p:nvSpPr>
          <p:cNvPr id="14" name="Content Placeholder 13"/>
          <p:cNvSpPr>
            <a:spLocks noGrp="1"/>
          </p:cNvSpPr>
          <p:nvPr>
            <p:ph sz="quarter" idx="17" hasCustomPrompt="1"/>
          </p:nvPr>
        </p:nvSpPr>
        <p:spPr>
          <a:xfrm>
            <a:off x="227119" y="1013094"/>
            <a:ext cx="5870448" cy="5379317"/>
          </a:xfrm>
          <a:prstGeom prst="rect">
            <a:avLst/>
          </a:prstGeom>
        </p:spPr>
        <p:txBody>
          <a:bodyPr/>
          <a:lstStyle>
            <a:lvl1pPr marL="228600" indent="-228600">
              <a:spcBef>
                <a:spcPts val="0"/>
              </a:spcBef>
              <a:buFont typeface="Arial" panose="020B0604020202020204" pitchFamily="34" charset="0"/>
              <a:buChar char="•"/>
              <a:defRPr sz="1800" baseline="0">
                <a:latin typeface="Montserrat" pitchFamily="2" charset="0"/>
              </a:defRPr>
            </a:lvl1pPr>
            <a:lvl2pPr marL="457200" indent="-228600">
              <a:spcBef>
                <a:spcPts val="0"/>
              </a:spcBef>
              <a:buFont typeface="Courier New" panose="02070309020205020404" pitchFamily="49" charset="0"/>
              <a:buChar char="o"/>
              <a:defRPr sz="1800" baseline="0">
                <a:latin typeface="Montserrat" pitchFamily="2" charset="0"/>
              </a:defRPr>
            </a:lvl2pPr>
            <a:lvl3pPr marL="685800" indent="-228600">
              <a:spcBef>
                <a:spcPts val="0"/>
              </a:spcBef>
              <a:buFont typeface="Wingdings" panose="05000000000000000000" pitchFamily="2" charset="2"/>
              <a:buChar char="§"/>
              <a:defRPr sz="1800" baseline="0">
                <a:latin typeface="Montserrat" pitchFamily="2" charset="0"/>
              </a:defRPr>
            </a:lvl3pPr>
            <a:lvl4pPr>
              <a:defRPr>
                <a:latin typeface="Franklin Gothic Medium Cond" panose="020B0606030402020204" pitchFamily="34" charset="0"/>
              </a:defRPr>
            </a:lvl4pPr>
            <a:lvl5pPr>
              <a:defRPr>
                <a:latin typeface="Franklin Gothic Medium Cond" panose="020B0606030402020204" pitchFamily="34" charset="0"/>
              </a:defRPr>
            </a:lvl5pPr>
          </a:lstStyle>
          <a:p>
            <a:pPr lvl="0"/>
            <a:r>
              <a:rPr lang="en-US"/>
              <a:t>Click to insert</a:t>
            </a:r>
          </a:p>
          <a:p>
            <a:pPr lvl="1"/>
            <a:r>
              <a:rPr lang="en-US"/>
              <a:t>Second level</a:t>
            </a:r>
          </a:p>
          <a:p>
            <a:pPr lvl="2"/>
            <a:r>
              <a:rPr lang="en-US"/>
              <a:t>Third level</a:t>
            </a:r>
          </a:p>
          <a:p>
            <a:pPr lvl="0"/>
            <a:endParaRPr lang="en-US"/>
          </a:p>
        </p:txBody>
      </p:sp>
      <p:sp>
        <p:nvSpPr>
          <p:cNvPr id="15" name="Content Placeholder 13"/>
          <p:cNvSpPr>
            <a:spLocks noGrp="1"/>
          </p:cNvSpPr>
          <p:nvPr>
            <p:ph sz="quarter" idx="18" hasCustomPrompt="1"/>
          </p:nvPr>
        </p:nvSpPr>
        <p:spPr>
          <a:xfrm>
            <a:off x="6106090" y="1013094"/>
            <a:ext cx="5870448" cy="5379317"/>
          </a:xfrm>
          <a:prstGeom prst="rect">
            <a:avLst/>
          </a:prstGeom>
        </p:spPr>
        <p:txBody>
          <a:bodyPr/>
          <a:lstStyle>
            <a:lvl1pPr marL="228600" indent="-228600">
              <a:spcBef>
                <a:spcPts val="0"/>
              </a:spcBef>
              <a:buFont typeface="Arial" panose="020B0604020202020204" pitchFamily="34" charset="0"/>
              <a:buChar char="•"/>
              <a:defRPr sz="1800" baseline="0">
                <a:latin typeface="Montserrat" pitchFamily="2" charset="0"/>
              </a:defRPr>
            </a:lvl1pPr>
            <a:lvl2pPr marL="457200" indent="-228600">
              <a:spcBef>
                <a:spcPts val="0"/>
              </a:spcBef>
              <a:buFont typeface="Courier New" panose="02070309020205020404" pitchFamily="49" charset="0"/>
              <a:buChar char="o"/>
              <a:defRPr sz="1800" baseline="0">
                <a:latin typeface="Montserrat" pitchFamily="2" charset="0"/>
              </a:defRPr>
            </a:lvl2pPr>
            <a:lvl3pPr marL="685800" indent="-228600">
              <a:spcBef>
                <a:spcPts val="0"/>
              </a:spcBef>
              <a:buFont typeface="Wingdings" panose="05000000000000000000" pitchFamily="2" charset="2"/>
              <a:buChar char="§"/>
              <a:defRPr sz="1800" baseline="0">
                <a:latin typeface="Montserrat" pitchFamily="2" charset="0"/>
              </a:defRPr>
            </a:lvl3pPr>
            <a:lvl4pPr>
              <a:defRPr>
                <a:latin typeface="Franklin Gothic Medium Cond" panose="020B0606030402020204" pitchFamily="34" charset="0"/>
              </a:defRPr>
            </a:lvl4pPr>
            <a:lvl5pPr>
              <a:defRPr>
                <a:latin typeface="Franklin Gothic Medium Cond" panose="020B0606030402020204" pitchFamily="34" charset="0"/>
              </a:defRPr>
            </a:lvl5pPr>
          </a:lstStyle>
          <a:p>
            <a:pPr lvl="0"/>
            <a:r>
              <a:rPr lang="en-US"/>
              <a:t>Click to insert</a:t>
            </a:r>
          </a:p>
          <a:p>
            <a:pPr lvl="1"/>
            <a:r>
              <a:rPr lang="en-US"/>
              <a:t>Second level</a:t>
            </a:r>
          </a:p>
          <a:p>
            <a:pPr lvl="2"/>
            <a:r>
              <a:rPr lang="en-US"/>
              <a:t>Third level</a:t>
            </a:r>
          </a:p>
          <a:p>
            <a:pPr lvl="0"/>
            <a:endParaRPr lang="en-US"/>
          </a:p>
        </p:txBody>
      </p:sp>
      <p:sp>
        <p:nvSpPr>
          <p:cNvPr id="2" name="Text Placeholder 4">
            <a:extLst>
              <a:ext uri="{FF2B5EF4-FFF2-40B4-BE49-F238E27FC236}">
                <a16:creationId xmlns:a16="http://schemas.microsoft.com/office/drawing/2014/main" id="{3CF4BAB6-EBE4-AF40-C115-A0805EEACF4D}"/>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3" name="Text Placeholder 4">
            <a:extLst>
              <a:ext uri="{FF2B5EF4-FFF2-40B4-BE49-F238E27FC236}">
                <a16:creationId xmlns:a16="http://schemas.microsoft.com/office/drawing/2014/main" id="{DD92F68C-04EE-C301-7702-98DB102E2F6A}"/>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22">
            <a:extLst>
              <a:ext uri="{FF2B5EF4-FFF2-40B4-BE49-F238E27FC236}">
                <a16:creationId xmlns:a16="http://schemas.microsoft.com/office/drawing/2014/main" id="{F72B15C3-B1DF-D3B9-8B19-CA7E180089BE}"/>
              </a:ext>
            </a:extLst>
          </p:cNvPr>
          <p:cNvSpPr>
            <a:spLocks noGrp="1"/>
          </p:cNvSpPr>
          <p:nvPr>
            <p:ph type="body" sz="quarter" idx="15"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Tree>
    <p:extLst>
      <p:ext uri="{BB962C8B-B14F-4D97-AF65-F5344CB8AC3E}">
        <p14:creationId xmlns:p14="http://schemas.microsoft.com/office/powerpoint/2010/main" val="1323165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1" name="Text Placeholder 9"/>
          <p:cNvSpPr>
            <a:spLocks noGrp="1"/>
          </p:cNvSpPr>
          <p:nvPr>
            <p:ph type="body" sz="quarter" idx="18" hasCustomPrompt="1"/>
          </p:nvPr>
        </p:nvSpPr>
        <p:spPr>
          <a:xfrm>
            <a:off x="227118" y="5718638"/>
            <a:ext cx="11755331" cy="7315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atin typeface="Montserrat"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insert</a:t>
            </a:r>
          </a:p>
        </p:txBody>
      </p:sp>
      <p:sp>
        <p:nvSpPr>
          <p:cNvPr id="2" name="Text Placeholder 4">
            <a:extLst>
              <a:ext uri="{FF2B5EF4-FFF2-40B4-BE49-F238E27FC236}">
                <a16:creationId xmlns:a16="http://schemas.microsoft.com/office/drawing/2014/main" id="{1FB2F7DF-26EB-A6A3-750C-17663C6CDFA9}"/>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3" name="Text Placeholder 4">
            <a:extLst>
              <a:ext uri="{FF2B5EF4-FFF2-40B4-BE49-F238E27FC236}">
                <a16:creationId xmlns:a16="http://schemas.microsoft.com/office/drawing/2014/main" id="{38FD0235-ECA7-DEC8-9DA9-9EA9CD6937F7}"/>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Content Placeholder 13">
            <a:extLst>
              <a:ext uri="{FF2B5EF4-FFF2-40B4-BE49-F238E27FC236}">
                <a16:creationId xmlns:a16="http://schemas.microsoft.com/office/drawing/2014/main" id="{DA6A4929-67DF-2C13-E58D-C2F91AF2C4CE}"/>
              </a:ext>
            </a:extLst>
          </p:cNvPr>
          <p:cNvSpPr>
            <a:spLocks noGrp="1"/>
          </p:cNvSpPr>
          <p:nvPr>
            <p:ph sz="quarter" idx="19" hasCustomPrompt="1"/>
          </p:nvPr>
        </p:nvSpPr>
        <p:spPr>
          <a:xfrm>
            <a:off x="227118" y="1006679"/>
            <a:ext cx="11616539" cy="4641940"/>
          </a:xfrm>
          <a:prstGeom prst="rect">
            <a:avLst/>
          </a:prstGeom>
        </p:spPr>
        <p:txBody>
          <a:bodyPr/>
          <a:lstStyle>
            <a:lvl1pPr marL="228600" indent="-228600">
              <a:spcBef>
                <a:spcPts val="0"/>
              </a:spcBef>
              <a:buFont typeface="Arial" panose="020B0604020202020204" pitchFamily="34" charset="0"/>
              <a:buChar char="•"/>
              <a:defRPr sz="1800" baseline="0">
                <a:latin typeface="Montserrat" pitchFamily="2" charset="0"/>
              </a:defRPr>
            </a:lvl1pPr>
            <a:lvl2pPr marL="457200" indent="-228600">
              <a:spcBef>
                <a:spcPts val="0"/>
              </a:spcBef>
              <a:buFont typeface="Courier New" panose="02070309020205020404" pitchFamily="49" charset="0"/>
              <a:buChar char="o"/>
              <a:defRPr sz="1800" baseline="0">
                <a:latin typeface="Montserrat" pitchFamily="2" charset="0"/>
              </a:defRPr>
            </a:lvl2pPr>
            <a:lvl3pPr marL="685800" indent="-228600">
              <a:spcBef>
                <a:spcPts val="0"/>
              </a:spcBef>
              <a:buFont typeface="Wingdings" panose="05000000000000000000" pitchFamily="2" charset="2"/>
              <a:buChar char="§"/>
              <a:defRPr sz="1800" baseline="0">
                <a:latin typeface="Montserrat" pitchFamily="2" charset="0"/>
              </a:defRPr>
            </a:lvl3pPr>
            <a:lvl4pPr>
              <a:defRPr>
                <a:latin typeface="Franklin Gothic Medium Cond" panose="020B0606030402020204" pitchFamily="34" charset="0"/>
              </a:defRPr>
            </a:lvl4pPr>
            <a:lvl5pPr>
              <a:defRPr>
                <a:latin typeface="Franklin Gothic Medium Cond" panose="020B0606030402020204" pitchFamily="34" charset="0"/>
              </a:defRPr>
            </a:lvl5pPr>
          </a:lstStyle>
          <a:p>
            <a:pPr lvl="0"/>
            <a:r>
              <a:rPr lang="en-US"/>
              <a:t>Click to insert</a:t>
            </a:r>
          </a:p>
          <a:p>
            <a:pPr lvl="1"/>
            <a:r>
              <a:rPr lang="en-US"/>
              <a:t>Second level</a:t>
            </a:r>
          </a:p>
          <a:p>
            <a:pPr lvl="2"/>
            <a:r>
              <a:rPr lang="en-US"/>
              <a:t>Third level</a:t>
            </a:r>
          </a:p>
          <a:p>
            <a:pPr lvl="0"/>
            <a:endParaRPr lang="en-US"/>
          </a:p>
        </p:txBody>
      </p:sp>
      <p:sp>
        <p:nvSpPr>
          <p:cNvPr id="6" name="Text Placeholder 22">
            <a:extLst>
              <a:ext uri="{FF2B5EF4-FFF2-40B4-BE49-F238E27FC236}">
                <a16:creationId xmlns:a16="http://schemas.microsoft.com/office/drawing/2014/main" id="{7BBFCD23-EAA2-F73A-0A97-8683762354FC}"/>
              </a:ext>
            </a:extLst>
          </p:cNvPr>
          <p:cNvSpPr>
            <a:spLocks noGrp="1"/>
          </p:cNvSpPr>
          <p:nvPr>
            <p:ph type="body" sz="quarter" idx="15"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Tree>
    <p:extLst>
      <p:ext uri="{BB962C8B-B14F-4D97-AF65-F5344CB8AC3E}">
        <p14:creationId xmlns:p14="http://schemas.microsoft.com/office/powerpoint/2010/main" val="354420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Quesions-Commen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E58BB6-60D3-C440-939B-91B41FB12675}"/>
              </a:ext>
            </a:extLst>
          </p:cNvPr>
          <p:cNvSpPr/>
          <p:nvPr userDrawn="1"/>
        </p:nvSpPr>
        <p:spPr>
          <a:xfrm rot="16200000">
            <a:off x="-653446" y="3360413"/>
            <a:ext cx="6875813" cy="131236"/>
          </a:xfrm>
          <a:prstGeom prst="rect">
            <a:avLst/>
          </a:pr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a:p>
        </p:txBody>
      </p:sp>
      <p:sp>
        <p:nvSpPr>
          <p:cNvPr id="9" name="TextBox 8">
            <a:extLst>
              <a:ext uri="{FF2B5EF4-FFF2-40B4-BE49-F238E27FC236}">
                <a16:creationId xmlns:a16="http://schemas.microsoft.com/office/drawing/2014/main" id="{4547F65C-831D-FE42-8CDB-5D937C4C1720}"/>
              </a:ext>
            </a:extLst>
          </p:cNvPr>
          <p:cNvSpPr txBox="1"/>
          <p:nvPr userDrawn="1"/>
        </p:nvSpPr>
        <p:spPr>
          <a:xfrm>
            <a:off x="5029658" y="2952540"/>
            <a:ext cx="5993017" cy="1107996"/>
          </a:xfrm>
          <a:prstGeom prst="rect">
            <a:avLst/>
          </a:prstGeom>
          <a:noFill/>
        </p:spPr>
        <p:txBody>
          <a:bodyPr wrap="square" rtlCol="0">
            <a:spAutoFit/>
          </a:bodyPr>
          <a:lstStyle/>
          <a:p>
            <a:r>
              <a:rPr lang="en-US" sz="6600" b="1">
                <a:latin typeface="Montserrat Black" pitchFamily="2" charset="0"/>
              </a:rPr>
              <a:t>COMMENTS</a:t>
            </a:r>
          </a:p>
        </p:txBody>
      </p:sp>
      <p:sp>
        <p:nvSpPr>
          <p:cNvPr id="10" name="TextBox 9">
            <a:extLst>
              <a:ext uri="{FF2B5EF4-FFF2-40B4-BE49-F238E27FC236}">
                <a16:creationId xmlns:a16="http://schemas.microsoft.com/office/drawing/2014/main" id="{9187E71D-E7BF-F64F-B646-6EE3678DE508}"/>
              </a:ext>
            </a:extLst>
          </p:cNvPr>
          <p:cNvSpPr txBox="1"/>
          <p:nvPr userDrawn="1"/>
        </p:nvSpPr>
        <p:spPr>
          <a:xfrm>
            <a:off x="5046435" y="2634986"/>
            <a:ext cx="5870997" cy="623248"/>
          </a:xfrm>
          <a:prstGeom prst="rect">
            <a:avLst/>
          </a:prstGeom>
          <a:noFill/>
        </p:spPr>
        <p:txBody>
          <a:bodyPr wrap="square" rtlCol="0">
            <a:spAutoFit/>
          </a:bodyPr>
          <a:lstStyle/>
          <a:p>
            <a:r>
              <a:rPr lang="en-US" sz="3450">
                <a:latin typeface="Montserrat" pitchFamily="2" charset="0"/>
              </a:rPr>
              <a:t>QUESTIONS &amp; CLOSING</a:t>
            </a:r>
          </a:p>
        </p:txBody>
      </p:sp>
      <p:sp>
        <p:nvSpPr>
          <p:cNvPr id="11" name="Rectangle 10"/>
          <p:cNvSpPr/>
          <p:nvPr userDrawn="1"/>
        </p:nvSpPr>
        <p:spPr>
          <a:xfrm>
            <a:off x="-13670" y="-11874"/>
            <a:ext cx="2741601" cy="6875812"/>
          </a:xfrm>
          <a:prstGeom prst="rect">
            <a:avLst/>
          </a:prstGeom>
          <a:solidFill>
            <a:srgbClr val="1E5A39"/>
          </a:solidFill>
          <a:ln>
            <a:solidFill>
              <a:srgbClr val="1E5A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9644" y="2134690"/>
            <a:ext cx="2775174" cy="2506907"/>
          </a:xfrm>
          <a:prstGeom prst="rect">
            <a:avLst/>
          </a:prstGeom>
        </p:spPr>
      </p:pic>
      <p:sp>
        <p:nvSpPr>
          <p:cNvPr id="2" name="Text Placeholder 4">
            <a:extLst>
              <a:ext uri="{FF2B5EF4-FFF2-40B4-BE49-F238E27FC236}">
                <a16:creationId xmlns:a16="http://schemas.microsoft.com/office/drawing/2014/main" id="{9AC2E43A-2605-6211-782D-1CA3B9019825}"/>
              </a:ext>
            </a:extLst>
          </p:cNvPr>
          <p:cNvSpPr>
            <a:spLocks noGrp="1"/>
          </p:cNvSpPr>
          <p:nvPr>
            <p:ph type="body" sz="quarter" idx="11" hasCustomPrompt="1"/>
          </p:nvPr>
        </p:nvSpPr>
        <p:spPr>
          <a:xfrm>
            <a:off x="-1" y="-11876"/>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UNCLASSIFIED</a:t>
            </a:r>
          </a:p>
        </p:txBody>
      </p:sp>
      <p:sp>
        <p:nvSpPr>
          <p:cNvPr id="3" name="Text Placeholder 4">
            <a:extLst>
              <a:ext uri="{FF2B5EF4-FFF2-40B4-BE49-F238E27FC236}">
                <a16:creationId xmlns:a16="http://schemas.microsoft.com/office/drawing/2014/main" id="{56D27CC5-3060-FB3A-A525-F9F59B114867}"/>
              </a:ext>
            </a:extLst>
          </p:cNvPr>
          <p:cNvSpPr>
            <a:spLocks noGrp="1"/>
          </p:cNvSpPr>
          <p:nvPr>
            <p:ph type="body" sz="quarter" idx="16" hasCustomPrompt="1"/>
          </p:nvPr>
        </p:nvSpPr>
        <p:spPr>
          <a:xfrm>
            <a:off x="9678271" y="6664484"/>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UNCLASSIFIED</a:t>
            </a:r>
          </a:p>
        </p:txBody>
      </p:sp>
    </p:spTree>
    <p:extLst>
      <p:ext uri="{BB962C8B-B14F-4D97-AF65-F5344CB8AC3E}">
        <p14:creationId xmlns:p14="http://schemas.microsoft.com/office/powerpoint/2010/main" val="246555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3676" y="0"/>
            <a:ext cx="4878324" cy="6858000"/>
          </a:xfrm>
          <a:prstGeom prst="rect">
            <a:avLst/>
          </a:prstGeom>
        </p:spPr>
      </p:pic>
      <p:sp>
        <p:nvSpPr>
          <p:cNvPr id="4" name="Text Placeholder 3"/>
          <p:cNvSpPr>
            <a:spLocks noGrp="1"/>
          </p:cNvSpPr>
          <p:nvPr>
            <p:ph type="body" sz="quarter" idx="12" hasCustomPrompt="1"/>
          </p:nvPr>
        </p:nvSpPr>
        <p:spPr>
          <a:xfrm>
            <a:off x="558213" y="6409588"/>
            <a:ext cx="3657848" cy="251040"/>
          </a:xfrm>
          <a:prstGeom prst="rect">
            <a:avLst/>
          </a:prstGeom>
        </p:spPr>
        <p:txBody>
          <a:bodyPr/>
          <a:lstStyle>
            <a:lvl1pPr marL="0" indent="0">
              <a:buNone/>
              <a:defRPr sz="1200" b="1">
                <a:solidFill>
                  <a:srgbClr val="00B050"/>
                </a:solidFill>
                <a:latin typeface="Arial" panose="020B0604020202020204" pitchFamily="34" charset="0"/>
                <a:cs typeface="Arial" panose="020B0604020202020204" pitchFamily="34" charset="0"/>
              </a:defRPr>
            </a:lvl1pPr>
          </a:lstStyle>
          <a:p>
            <a:pPr lvl="0"/>
            <a:r>
              <a:rPr lang="en-US"/>
              <a:t>UNCLASSIFIED</a:t>
            </a:r>
          </a:p>
        </p:txBody>
      </p:sp>
      <p:sp>
        <p:nvSpPr>
          <p:cNvPr id="8" name="Rectangle 7"/>
          <p:cNvSpPr/>
          <p:nvPr userDrawn="1"/>
        </p:nvSpPr>
        <p:spPr>
          <a:xfrm>
            <a:off x="558213" y="6244571"/>
            <a:ext cx="2199096" cy="215444"/>
          </a:xfrm>
          <a:prstGeom prst="rect">
            <a:avLst/>
          </a:prstGeom>
        </p:spPr>
        <p:txBody>
          <a:bodyPr wrap="square">
            <a:spAutoFit/>
          </a:bodyPr>
          <a:lstStyle/>
          <a:p>
            <a:pPr>
              <a:lnSpc>
                <a:spcPct val="100000"/>
              </a:lnSpc>
            </a:pPr>
            <a:r>
              <a:rPr lang="en-US" sz="800" b="1" spc="-7">
                <a:solidFill>
                  <a:schemeClr val="tx1">
                    <a:lumMod val="65000"/>
                    <a:lumOff val="35000"/>
                  </a:schemeClr>
                </a:solidFill>
                <a:latin typeface="Arial" panose="020B0604020202020204" pitchFamily="34" charset="0"/>
                <a:cs typeface="Arial" panose="020B0604020202020204" pitchFamily="34" charset="0"/>
              </a:rPr>
              <a:t>Overall classification of this brief is </a:t>
            </a:r>
          </a:p>
        </p:txBody>
      </p:sp>
      <p:sp>
        <p:nvSpPr>
          <p:cNvPr id="12" name="Rectangle 11"/>
          <p:cNvSpPr/>
          <p:nvPr userDrawn="1"/>
        </p:nvSpPr>
        <p:spPr>
          <a:xfrm flipV="1">
            <a:off x="0" y="856299"/>
            <a:ext cx="315884" cy="3838582"/>
          </a:xfrm>
          <a:prstGeom prst="rect">
            <a:avLst/>
          </a:pr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55"/>
          </a:p>
        </p:txBody>
      </p:sp>
      <p:sp>
        <p:nvSpPr>
          <p:cNvPr id="13" name="Text Placeholder 2"/>
          <p:cNvSpPr>
            <a:spLocks noGrp="1"/>
          </p:cNvSpPr>
          <p:nvPr>
            <p:ph type="body" sz="quarter" idx="11" hasCustomPrompt="1"/>
          </p:nvPr>
        </p:nvSpPr>
        <p:spPr>
          <a:xfrm>
            <a:off x="856488" y="1716116"/>
            <a:ext cx="6941515" cy="558911"/>
          </a:xfrm>
          <a:prstGeom prst="rect">
            <a:avLst/>
          </a:prstGeom>
          <a:solidFill>
            <a:schemeClr val="bg1"/>
          </a:solidFill>
        </p:spPr>
        <p:txBody>
          <a:bodyPr/>
          <a:lstStyle>
            <a:lvl1pPr marL="0" indent="0">
              <a:buNone/>
              <a:defRPr sz="4400">
                <a:latin typeface="Montserrat Black" pitchFamily="2" charset="0"/>
              </a:defRPr>
            </a:lvl1pPr>
          </a:lstStyle>
          <a:p>
            <a:pPr lvl="0"/>
            <a:r>
              <a:rPr lang="en-US"/>
              <a:t>TITLE GOES HERE</a:t>
            </a:r>
          </a:p>
        </p:txBody>
      </p:sp>
      <p:sp>
        <p:nvSpPr>
          <p:cNvPr id="15" name="Rectangle 14"/>
          <p:cNvSpPr/>
          <p:nvPr userDrawn="1"/>
        </p:nvSpPr>
        <p:spPr>
          <a:xfrm>
            <a:off x="5337454" y="6364659"/>
            <a:ext cx="3624710" cy="307777"/>
          </a:xfrm>
          <a:prstGeom prst="rect">
            <a:avLst/>
          </a:prstGeom>
        </p:spPr>
        <p:txBody>
          <a:bodyPr wrap="none">
            <a:spAutoFit/>
          </a:bodyPr>
          <a:lstStyle/>
          <a:p>
            <a:r>
              <a:rPr lang="en-US" sz="1400">
                <a:solidFill>
                  <a:schemeClr val="bg1">
                    <a:lumMod val="50000"/>
                  </a:schemeClr>
                </a:solidFill>
                <a:latin typeface="Montserrat" pitchFamily="2" charset="77"/>
              </a:rPr>
              <a:t>ATTACK AND DEFEND – WITH SPEED!</a:t>
            </a:r>
          </a:p>
        </p:txBody>
      </p:sp>
      <p:sp>
        <p:nvSpPr>
          <p:cNvPr id="19" name="Text Placeholder 2"/>
          <p:cNvSpPr>
            <a:spLocks noGrp="1"/>
          </p:cNvSpPr>
          <p:nvPr>
            <p:ph type="body" sz="quarter" idx="13" hasCustomPrompt="1"/>
          </p:nvPr>
        </p:nvSpPr>
        <p:spPr>
          <a:xfrm>
            <a:off x="856489" y="2366157"/>
            <a:ext cx="6043613" cy="409433"/>
          </a:xfrm>
          <a:prstGeom prst="rect">
            <a:avLst/>
          </a:prstGeom>
          <a:solidFill>
            <a:schemeClr val="bg1"/>
          </a:solidFill>
        </p:spPr>
        <p:txBody>
          <a:bodyPr/>
          <a:lstStyle>
            <a:lvl1pPr marL="0" indent="0">
              <a:buNone/>
              <a:defRPr sz="2400" b="0">
                <a:solidFill>
                  <a:schemeClr val="tx1">
                    <a:lumMod val="75000"/>
                    <a:lumOff val="25000"/>
                  </a:schemeClr>
                </a:solidFill>
                <a:latin typeface="Montserrat SemiBold" pitchFamily="2" charset="0"/>
              </a:defRPr>
            </a:lvl1pPr>
          </a:lstStyle>
          <a:p>
            <a:pPr lvl="0"/>
            <a:r>
              <a:rPr lang="en-US"/>
              <a:t>SUB HEADING</a:t>
            </a: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6488" y="894207"/>
            <a:ext cx="2828821" cy="730779"/>
          </a:xfrm>
          <a:prstGeom prst="rect">
            <a:avLst/>
          </a:prstGeom>
        </p:spPr>
      </p:pic>
      <p:sp>
        <p:nvSpPr>
          <p:cNvPr id="5" name="Text Placeholder 3">
            <a:extLst>
              <a:ext uri="{FF2B5EF4-FFF2-40B4-BE49-F238E27FC236}">
                <a16:creationId xmlns:a16="http://schemas.microsoft.com/office/drawing/2014/main" id="{42C00F95-525F-1DE4-EC5B-953AD1C8A775}"/>
              </a:ext>
            </a:extLst>
          </p:cNvPr>
          <p:cNvSpPr>
            <a:spLocks noGrp="1"/>
          </p:cNvSpPr>
          <p:nvPr>
            <p:ph type="body" sz="quarter" idx="14" hasCustomPrompt="1"/>
          </p:nvPr>
        </p:nvSpPr>
        <p:spPr>
          <a:xfrm>
            <a:off x="-3722914" y="6355920"/>
            <a:ext cx="3531925" cy="251040"/>
          </a:xfrm>
          <a:prstGeom prst="rect">
            <a:avLst/>
          </a:prstGeom>
          <a:solidFill>
            <a:schemeClr val="bg1"/>
          </a:solidFill>
        </p:spPr>
        <p:txBody>
          <a:bodyPr/>
          <a:lstStyle>
            <a:lvl1pPr marL="0" indent="0">
              <a:buNone/>
              <a:defRPr sz="1200" b="1">
                <a:solidFill>
                  <a:srgbClr val="FF0000"/>
                </a:solidFill>
                <a:latin typeface="Arial" panose="020B0604020202020204" pitchFamily="34" charset="0"/>
                <a:cs typeface="Arial" panose="020B0604020202020204" pitchFamily="34" charset="0"/>
              </a:defRPr>
            </a:lvl1pPr>
          </a:lstStyle>
          <a:p>
            <a:pPr lvl="0"/>
            <a:r>
              <a:rPr lang="en-US"/>
              <a:t>SECRET</a:t>
            </a:r>
          </a:p>
        </p:txBody>
      </p:sp>
      <p:sp>
        <p:nvSpPr>
          <p:cNvPr id="6" name="Text Placeholder 3">
            <a:extLst>
              <a:ext uri="{FF2B5EF4-FFF2-40B4-BE49-F238E27FC236}">
                <a16:creationId xmlns:a16="http://schemas.microsoft.com/office/drawing/2014/main" id="{41786541-145B-2821-A7B2-6DAB03645577}"/>
              </a:ext>
            </a:extLst>
          </p:cNvPr>
          <p:cNvSpPr>
            <a:spLocks noGrp="1"/>
          </p:cNvSpPr>
          <p:nvPr>
            <p:ph type="body" sz="quarter" idx="15" hasCustomPrompt="1"/>
          </p:nvPr>
        </p:nvSpPr>
        <p:spPr>
          <a:xfrm>
            <a:off x="-3722914" y="6606960"/>
            <a:ext cx="3531925" cy="251040"/>
          </a:xfrm>
          <a:prstGeom prst="rect">
            <a:avLst/>
          </a:prstGeom>
          <a:solidFill>
            <a:schemeClr val="bg1"/>
          </a:solidFill>
        </p:spPr>
        <p:txBody>
          <a:bodyPr/>
          <a:lstStyle>
            <a:lvl1pPr marL="0" indent="0">
              <a:buNone/>
              <a:defRPr sz="1200" b="1">
                <a:solidFill>
                  <a:srgbClr val="FF9900"/>
                </a:solidFill>
                <a:latin typeface="Arial" panose="020B0604020202020204" pitchFamily="34" charset="0"/>
                <a:cs typeface="Arial" panose="020B0604020202020204" pitchFamily="34" charset="0"/>
              </a:defRPr>
            </a:lvl1pPr>
          </a:lstStyle>
          <a:p>
            <a:pPr lvl="0"/>
            <a:r>
              <a:rPr lang="en-US"/>
              <a:t>TOP SECRET</a:t>
            </a:r>
          </a:p>
        </p:txBody>
      </p:sp>
      <p:sp>
        <p:nvSpPr>
          <p:cNvPr id="7" name="Text Placeholder 3">
            <a:extLst>
              <a:ext uri="{FF2B5EF4-FFF2-40B4-BE49-F238E27FC236}">
                <a16:creationId xmlns:a16="http://schemas.microsoft.com/office/drawing/2014/main" id="{369D9A7E-AEE3-AC79-2F6F-4FA52BBE3CFC}"/>
              </a:ext>
            </a:extLst>
          </p:cNvPr>
          <p:cNvSpPr>
            <a:spLocks noGrp="1"/>
          </p:cNvSpPr>
          <p:nvPr>
            <p:ph type="body" sz="quarter" idx="16" hasCustomPrompt="1"/>
          </p:nvPr>
        </p:nvSpPr>
        <p:spPr>
          <a:xfrm>
            <a:off x="-3722914" y="6089821"/>
            <a:ext cx="3531925" cy="251040"/>
          </a:xfrm>
          <a:prstGeom prst="rect">
            <a:avLst/>
          </a:prstGeom>
          <a:solidFill>
            <a:schemeClr val="bg1"/>
          </a:solidFill>
        </p:spPr>
        <p:txBody>
          <a:bodyPr/>
          <a:lstStyle>
            <a:lvl1pPr marL="0" indent="0">
              <a:buNone/>
              <a:defRPr sz="1200" b="1">
                <a:solidFill>
                  <a:srgbClr val="7030A0"/>
                </a:solidFill>
                <a:latin typeface="Arial" panose="020B0604020202020204" pitchFamily="34" charset="0"/>
                <a:cs typeface="Arial" panose="020B0604020202020204" pitchFamily="34" charset="0"/>
              </a:defRPr>
            </a:lvl1pPr>
          </a:lstStyle>
          <a:p>
            <a:pPr lvl="0"/>
            <a:r>
              <a:rPr lang="en-US"/>
              <a:t>CONTROLLED UNCLASSIFIED INFORMATION</a:t>
            </a:r>
          </a:p>
        </p:txBody>
      </p:sp>
      <p:sp>
        <p:nvSpPr>
          <p:cNvPr id="9" name="Text Placeholder 3">
            <a:extLst>
              <a:ext uri="{FF2B5EF4-FFF2-40B4-BE49-F238E27FC236}">
                <a16:creationId xmlns:a16="http://schemas.microsoft.com/office/drawing/2014/main" id="{3CD033C2-97DF-DB0A-A287-B84E5A840E54}"/>
              </a:ext>
            </a:extLst>
          </p:cNvPr>
          <p:cNvSpPr>
            <a:spLocks noGrp="1"/>
          </p:cNvSpPr>
          <p:nvPr>
            <p:ph type="body" sz="quarter" idx="17" hasCustomPrompt="1"/>
          </p:nvPr>
        </p:nvSpPr>
        <p:spPr>
          <a:xfrm>
            <a:off x="-3722914" y="5832843"/>
            <a:ext cx="3531925" cy="251040"/>
          </a:xfrm>
          <a:prstGeom prst="rect">
            <a:avLst/>
          </a:prstGeom>
          <a:solidFill>
            <a:schemeClr val="bg1"/>
          </a:solidFill>
        </p:spPr>
        <p:txBody>
          <a:bodyPr/>
          <a:lstStyle>
            <a:lvl1pPr marL="0" indent="0">
              <a:buNone/>
              <a:defRPr sz="1200" b="1">
                <a:solidFill>
                  <a:srgbClr val="00B050"/>
                </a:solidFill>
                <a:latin typeface="Arial" panose="020B0604020202020204" pitchFamily="34" charset="0"/>
                <a:cs typeface="Arial" panose="020B0604020202020204" pitchFamily="34" charset="0"/>
              </a:defRPr>
            </a:lvl1pPr>
          </a:lstStyle>
          <a:p>
            <a:pPr lvl="0"/>
            <a:r>
              <a:rPr lang="en-US"/>
              <a:t>UNCLASSIFIED</a:t>
            </a:r>
          </a:p>
        </p:txBody>
      </p:sp>
      <p:sp>
        <p:nvSpPr>
          <p:cNvPr id="10" name="Text Placeholder 3">
            <a:extLst>
              <a:ext uri="{FF2B5EF4-FFF2-40B4-BE49-F238E27FC236}">
                <a16:creationId xmlns:a16="http://schemas.microsoft.com/office/drawing/2014/main" id="{12FB06D3-6519-4A42-5734-118D9E812BE3}"/>
              </a:ext>
            </a:extLst>
          </p:cNvPr>
          <p:cNvSpPr>
            <a:spLocks noGrp="1"/>
          </p:cNvSpPr>
          <p:nvPr>
            <p:ph type="body" sz="quarter" idx="18" hasCustomPrompt="1"/>
          </p:nvPr>
        </p:nvSpPr>
        <p:spPr>
          <a:xfrm>
            <a:off x="-3722914" y="5581803"/>
            <a:ext cx="3531925" cy="251040"/>
          </a:xfrm>
          <a:prstGeom prst="rect">
            <a:avLst/>
          </a:prstGeom>
          <a:solidFill>
            <a:schemeClr val="tx1"/>
          </a:solidFill>
        </p:spPr>
        <p:txBody>
          <a:bodyPr/>
          <a:lstStyle>
            <a:lvl1pPr marL="0" indent="0">
              <a:buNone/>
              <a:defRPr sz="1200" b="1">
                <a:solidFill>
                  <a:schemeClr val="bg1"/>
                </a:solidFill>
                <a:latin typeface="Arial" panose="020B0604020202020204" pitchFamily="34" charset="0"/>
                <a:cs typeface="Arial" panose="020B0604020202020204" pitchFamily="34" charset="0"/>
              </a:defRPr>
            </a:lvl1pPr>
          </a:lstStyle>
          <a:p>
            <a:pPr lvl="0"/>
            <a:r>
              <a:rPr lang="en-US"/>
              <a:t>REFERENCE ONLY</a:t>
            </a:r>
          </a:p>
        </p:txBody>
      </p:sp>
      <p:pic>
        <p:nvPicPr>
          <p:cNvPr id="16" name="Picture 15" descr="Logo&#10;&#10;Description automatically generated">
            <a:extLst>
              <a:ext uri="{FF2B5EF4-FFF2-40B4-BE49-F238E27FC236}">
                <a16:creationId xmlns:a16="http://schemas.microsoft.com/office/drawing/2014/main" id="{6F761AD6-900E-23C8-81D4-063E5ED557F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41608" y="185928"/>
            <a:ext cx="576072" cy="576072"/>
          </a:xfrm>
          <a:prstGeom prst="rect">
            <a:avLst/>
          </a:prstGeom>
        </p:spPr>
      </p:pic>
    </p:spTree>
    <p:extLst>
      <p:ext uri="{BB962C8B-B14F-4D97-AF65-F5344CB8AC3E}">
        <p14:creationId xmlns:p14="http://schemas.microsoft.com/office/powerpoint/2010/main" val="307071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6342"/>
          <a:stretch/>
        </p:blipFill>
        <p:spPr>
          <a:xfrm>
            <a:off x="1" y="1151906"/>
            <a:ext cx="3187472" cy="5006883"/>
          </a:xfrm>
          <a:prstGeom prst="rect">
            <a:avLst/>
          </a:prstGeom>
        </p:spPr>
      </p:pic>
      <p:sp>
        <p:nvSpPr>
          <p:cNvPr id="8" name="Text Placeholder 4"/>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9" name="Text Placeholder 3"/>
          <p:cNvSpPr>
            <a:spLocks noGrp="1"/>
          </p:cNvSpPr>
          <p:nvPr>
            <p:ph type="body" sz="quarter" idx="14"/>
          </p:nvPr>
        </p:nvSpPr>
        <p:spPr>
          <a:xfrm>
            <a:off x="2995748" y="1006679"/>
            <a:ext cx="8983731" cy="5402510"/>
          </a:xfrm>
          <a:prstGeom prst="rect">
            <a:avLst/>
          </a:prstGeom>
        </p:spPr>
        <p:txBody>
          <a:bodyPr/>
          <a:lstStyle>
            <a:lvl1pPr marL="228600" indent="-228600">
              <a:spcBef>
                <a:spcPts val="0"/>
              </a:spcBef>
              <a:defRPr>
                <a:latin typeface="Montserrat" pitchFamily="2" charset="0"/>
              </a:defRPr>
            </a:lvl1pPr>
            <a:lvl2pPr marL="457200" indent="-228600">
              <a:spcBef>
                <a:spcPts val="0"/>
              </a:spcBef>
              <a:buFont typeface="Courier New" panose="02070309020205020404" pitchFamily="49" charset="0"/>
              <a:buChar char="o"/>
              <a:defRPr>
                <a:latin typeface="Montserrat" pitchFamily="2" charset="0"/>
              </a:defRPr>
            </a:lvl2pPr>
            <a:lvl3pPr marL="685800" indent="-228600">
              <a:spcBef>
                <a:spcPts val="0"/>
              </a:spcBef>
              <a:buFont typeface="Wingdings" panose="05000000000000000000" pitchFamily="2" charset="2"/>
              <a:buChar char="§"/>
              <a:defRPr>
                <a:latin typeface="Montserrat" pitchFamily="2" charset="0"/>
              </a:defRPr>
            </a:lvl3pPr>
            <a:lvl4pPr marL="914400" indent="-228600">
              <a:spcBef>
                <a:spcPts val="0"/>
              </a:spcBef>
              <a:buFont typeface="Wingdings" panose="05000000000000000000" pitchFamily="2" charset="2"/>
              <a:buChar char="v"/>
              <a:defRPr>
                <a:latin typeface="Montserrat" pitchFamily="2" charset="0"/>
              </a:defRPr>
            </a:lvl4pPr>
            <a:lvl5pPr marL="1143000" indent="-228600">
              <a:spcBef>
                <a:spcPts val="0"/>
              </a:spcBef>
              <a:buFont typeface="Wingdings" panose="05000000000000000000" pitchFamily="2" charset="2"/>
              <a:buChar char="Ø"/>
              <a:defRPr>
                <a:latin typeface="Montserrat" pitchFamily="2" charset="0"/>
              </a:defRPr>
            </a:lvl5pPr>
            <a:lvl6pPr marL="1143000" indent="0">
              <a:spcBef>
                <a:spcPts val="0"/>
              </a:spcBef>
              <a:buNone/>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2"/>
          <p:cNvSpPr>
            <a:spLocks noGrp="1"/>
          </p:cNvSpPr>
          <p:nvPr>
            <p:ph type="body" sz="quarter" idx="15"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
        <p:nvSpPr>
          <p:cNvPr id="11" name="Text Placeholder 4"/>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CLASSIFICATION</a:t>
            </a:r>
          </a:p>
        </p:txBody>
      </p:sp>
      <p:sp>
        <p:nvSpPr>
          <p:cNvPr id="2" name="Text Placeholder 4">
            <a:extLst>
              <a:ext uri="{FF2B5EF4-FFF2-40B4-BE49-F238E27FC236}">
                <a16:creationId xmlns:a16="http://schemas.microsoft.com/office/drawing/2014/main" id="{4009A22F-B94E-9C48-0720-A2D0049FB538}"/>
              </a:ext>
            </a:extLst>
          </p:cNvPr>
          <p:cNvSpPr>
            <a:spLocks noGrp="1"/>
          </p:cNvSpPr>
          <p:nvPr>
            <p:ph type="body" sz="quarter" idx="17" hasCustomPrompt="1"/>
          </p:nvPr>
        </p:nvSpPr>
        <p:spPr>
          <a:xfrm>
            <a:off x="-1704113" y="224068"/>
            <a:ext cx="1419101"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UNCLASSIFIED</a:t>
            </a:r>
          </a:p>
        </p:txBody>
      </p:sp>
      <p:sp>
        <p:nvSpPr>
          <p:cNvPr id="3" name="Text Placeholder 4">
            <a:extLst>
              <a:ext uri="{FF2B5EF4-FFF2-40B4-BE49-F238E27FC236}">
                <a16:creationId xmlns:a16="http://schemas.microsoft.com/office/drawing/2014/main" id="{A1437126-20F5-7155-B338-CF364F4BC58A}"/>
              </a:ext>
            </a:extLst>
          </p:cNvPr>
          <p:cNvSpPr>
            <a:spLocks noGrp="1"/>
          </p:cNvSpPr>
          <p:nvPr>
            <p:ph type="body" sz="quarter" idx="18" hasCustomPrompt="1"/>
          </p:nvPr>
        </p:nvSpPr>
        <p:spPr>
          <a:xfrm>
            <a:off x="-1704113" y="416573"/>
            <a:ext cx="1419101" cy="192505"/>
          </a:xfrm>
          <a:prstGeom prst="rect">
            <a:avLst/>
          </a:prstGeom>
          <a:solidFill>
            <a:srgbClr val="7030A0"/>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CUI</a:t>
            </a:r>
          </a:p>
        </p:txBody>
      </p:sp>
      <p:sp>
        <p:nvSpPr>
          <p:cNvPr id="4" name="Text Placeholder 4">
            <a:extLst>
              <a:ext uri="{FF2B5EF4-FFF2-40B4-BE49-F238E27FC236}">
                <a16:creationId xmlns:a16="http://schemas.microsoft.com/office/drawing/2014/main" id="{57AF27E9-34DA-2F0D-0D32-672295D9B631}"/>
              </a:ext>
            </a:extLst>
          </p:cNvPr>
          <p:cNvSpPr>
            <a:spLocks noGrp="1"/>
          </p:cNvSpPr>
          <p:nvPr>
            <p:ph type="body" sz="quarter" idx="19" hasCustomPrompt="1"/>
          </p:nvPr>
        </p:nvSpPr>
        <p:spPr>
          <a:xfrm>
            <a:off x="-1704113" y="609078"/>
            <a:ext cx="1419101" cy="192505"/>
          </a:xfrm>
          <a:prstGeom prst="rect">
            <a:avLst/>
          </a:prstGeom>
          <a:solidFill>
            <a:srgbClr val="FF0000"/>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SECRET</a:t>
            </a:r>
          </a:p>
        </p:txBody>
      </p:sp>
      <p:sp>
        <p:nvSpPr>
          <p:cNvPr id="5" name="Text Placeholder 4">
            <a:extLst>
              <a:ext uri="{FF2B5EF4-FFF2-40B4-BE49-F238E27FC236}">
                <a16:creationId xmlns:a16="http://schemas.microsoft.com/office/drawing/2014/main" id="{E72A813E-D056-8AB2-6BB4-931839FEF850}"/>
              </a:ext>
            </a:extLst>
          </p:cNvPr>
          <p:cNvSpPr>
            <a:spLocks noGrp="1"/>
          </p:cNvSpPr>
          <p:nvPr>
            <p:ph type="body" sz="quarter" idx="20" hasCustomPrompt="1"/>
          </p:nvPr>
        </p:nvSpPr>
        <p:spPr>
          <a:xfrm>
            <a:off x="-1704113" y="822639"/>
            <a:ext cx="1419101" cy="192505"/>
          </a:xfrm>
          <a:prstGeom prst="rect">
            <a:avLst/>
          </a:prstGeom>
          <a:solidFill>
            <a:srgbClr val="FF9900"/>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TOP SECRET</a:t>
            </a:r>
          </a:p>
        </p:txBody>
      </p:sp>
      <p:sp>
        <p:nvSpPr>
          <p:cNvPr id="6" name="Text Placeholder 3">
            <a:extLst>
              <a:ext uri="{FF2B5EF4-FFF2-40B4-BE49-F238E27FC236}">
                <a16:creationId xmlns:a16="http://schemas.microsoft.com/office/drawing/2014/main" id="{03A207EE-614E-E562-15E8-C4B5771B29B5}"/>
              </a:ext>
            </a:extLst>
          </p:cNvPr>
          <p:cNvSpPr>
            <a:spLocks noGrp="1"/>
          </p:cNvSpPr>
          <p:nvPr>
            <p:ph type="body" sz="quarter" idx="21" hasCustomPrompt="1"/>
          </p:nvPr>
        </p:nvSpPr>
        <p:spPr>
          <a:xfrm>
            <a:off x="-1704113" y="10988"/>
            <a:ext cx="1419101" cy="192024"/>
          </a:xfrm>
          <a:prstGeom prst="rect">
            <a:avLst/>
          </a:prstGeom>
          <a:solidFill>
            <a:schemeClr val="tx1"/>
          </a:solidFill>
        </p:spPr>
        <p:txBody>
          <a:bodyPr/>
          <a:lstStyle>
            <a:lvl1pPr marL="0" indent="0" algn="ctr">
              <a:buNone/>
              <a:defRPr sz="800" b="1">
                <a:solidFill>
                  <a:schemeClr val="bg1"/>
                </a:solidFill>
                <a:latin typeface="+mn-lt"/>
                <a:cs typeface="Arial" panose="020B0604020202020204" pitchFamily="34" charset="0"/>
              </a:defRPr>
            </a:lvl1pPr>
          </a:lstStyle>
          <a:p>
            <a:pPr lvl="0"/>
            <a:r>
              <a:rPr lang="en-US"/>
              <a:t>REFERENCE ONLY</a:t>
            </a:r>
          </a:p>
        </p:txBody>
      </p:sp>
      <p:sp>
        <p:nvSpPr>
          <p:cNvPr id="12" name="Shape 119">
            <a:extLst>
              <a:ext uri="{FF2B5EF4-FFF2-40B4-BE49-F238E27FC236}">
                <a16:creationId xmlns:a16="http://schemas.microsoft.com/office/drawing/2014/main" id="{3ACFB237-0638-828D-A856-98A717F2AB0D}"/>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3905529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0" name="Text Placeholder 9"/>
          <p:cNvSpPr>
            <a:spLocks noGrp="1"/>
          </p:cNvSpPr>
          <p:nvPr>
            <p:ph type="body" sz="quarter" idx="15" hasCustomPrompt="1"/>
          </p:nvPr>
        </p:nvSpPr>
        <p:spPr>
          <a:xfrm>
            <a:off x="228080" y="1006678"/>
            <a:ext cx="11740896" cy="5352177"/>
          </a:xfrm>
          <a:prstGeom prst="rect">
            <a:avLst/>
          </a:prstGeom>
        </p:spPr>
        <p:txBody>
          <a:bodyPr/>
          <a:lstStyle>
            <a:lvl1pPr marL="228600" indent="-228600">
              <a:spcBef>
                <a:spcPts val="0"/>
              </a:spcBef>
              <a:buFont typeface="Arial" panose="020B0604020202020204" pitchFamily="34" charset="0"/>
              <a:buChar char="•"/>
              <a:defRPr>
                <a:latin typeface="Montserrat" pitchFamily="2" charset="0"/>
              </a:defRPr>
            </a:lvl1pPr>
            <a:lvl2pPr marL="457200" indent="-228600">
              <a:spcBef>
                <a:spcPts val="0"/>
              </a:spcBef>
              <a:buFont typeface="Courier New" panose="02070309020205020404" pitchFamily="49" charset="0"/>
              <a:buChar char="o"/>
              <a:defRPr>
                <a:latin typeface="Montserrat" pitchFamily="2" charset="0"/>
              </a:defRPr>
            </a:lvl2pPr>
            <a:lvl3pPr marL="685800" indent="-228600">
              <a:spcBef>
                <a:spcPts val="0"/>
              </a:spcBef>
              <a:buFont typeface="Wingdings" panose="05000000000000000000" pitchFamily="2" charset="2"/>
              <a:buChar char="§"/>
              <a:defRPr>
                <a:latin typeface="Montserrat" pitchFamily="2" charset="0"/>
              </a:defRPr>
            </a:lvl3pPr>
            <a:lvl4pPr marL="914400" indent="-228600">
              <a:spcBef>
                <a:spcPts val="0"/>
              </a:spcBef>
              <a:buFont typeface="Wingdings" panose="05000000000000000000" pitchFamily="2" charset="2"/>
              <a:buChar char="v"/>
              <a:defRPr>
                <a:latin typeface="Montserrat" pitchFamily="2" charset="0"/>
              </a:defRPr>
            </a:lvl4pPr>
            <a:lvl5pPr marL="1143000" indent="-228600">
              <a:spcBef>
                <a:spcPts val="0"/>
              </a:spcBef>
              <a:buFont typeface="Wingdings" panose="05000000000000000000" pitchFamily="2" charset="2"/>
              <a:buChar char="Ø"/>
              <a:defRPr>
                <a:latin typeface="Montserrat" pitchFamily="2" charset="0"/>
              </a:defRPr>
            </a:lvl5pPr>
            <a:lvl6pPr marL="2286000" indent="0">
              <a:buNone/>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5DF4D4B-7069-8DF3-409F-2B298476E2AF}"/>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3" name="Text Placeholder 4">
            <a:extLst>
              <a:ext uri="{FF2B5EF4-FFF2-40B4-BE49-F238E27FC236}">
                <a16:creationId xmlns:a16="http://schemas.microsoft.com/office/drawing/2014/main" id="{D17B9BF0-064C-0925-F886-C2CD721E6316}"/>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22">
            <a:extLst>
              <a:ext uri="{FF2B5EF4-FFF2-40B4-BE49-F238E27FC236}">
                <a16:creationId xmlns:a16="http://schemas.microsoft.com/office/drawing/2014/main" id="{85058FD9-A4BE-0D29-4639-EADD48D79D18}"/>
              </a:ext>
            </a:extLst>
          </p:cNvPr>
          <p:cNvSpPr>
            <a:spLocks noGrp="1"/>
          </p:cNvSpPr>
          <p:nvPr>
            <p:ph type="body" sz="quarter" idx="17"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
        <p:nvSpPr>
          <p:cNvPr id="5" name="Shape 119">
            <a:extLst>
              <a:ext uri="{FF2B5EF4-FFF2-40B4-BE49-F238E27FC236}">
                <a16:creationId xmlns:a16="http://schemas.microsoft.com/office/drawing/2014/main" id="{2B88FEC1-54EC-EDC6-52FB-A6E845C23D53}"/>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2650545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p:cNvSpPr/>
          <p:nvPr userDrawn="1"/>
        </p:nvSpPr>
        <p:spPr>
          <a:xfrm>
            <a:off x="-1" y="213286"/>
            <a:ext cx="9864437" cy="846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4">
            <a:extLst>
              <a:ext uri="{FF2B5EF4-FFF2-40B4-BE49-F238E27FC236}">
                <a16:creationId xmlns:a16="http://schemas.microsoft.com/office/drawing/2014/main" id="{957CEDCF-4BB9-2B85-AC72-DC59881BD8F7}"/>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4">
            <a:extLst>
              <a:ext uri="{FF2B5EF4-FFF2-40B4-BE49-F238E27FC236}">
                <a16:creationId xmlns:a16="http://schemas.microsoft.com/office/drawing/2014/main" id="{15961C5A-D69B-BBE8-30EE-B84714A25353}"/>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5" name="Shape 119">
            <a:extLst>
              <a:ext uri="{FF2B5EF4-FFF2-40B4-BE49-F238E27FC236}">
                <a16:creationId xmlns:a16="http://schemas.microsoft.com/office/drawing/2014/main" id="{E0A3ED0B-95F3-F6EF-7888-EC5D005CA93C}"/>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566055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Rectangle 1"/>
          <p:cNvSpPr/>
          <p:nvPr userDrawn="1"/>
        </p:nvSpPr>
        <p:spPr>
          <a:xfrm>
            <a:off x="-1" y="213286"/>
            <a:ext cx="9864437" cy="846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
        <p:nvSpPr>
          <p:cNvPr id="10" name="Rectangle 24"/>
          <p:cNvSpPr/>
          <p:nvPr userDrawn="1"/>
        </p:nvSpPr>
        <p:spPr>
          <a:xfrm>
            <a:off x="2688748" y="6565779"/>
            <a:ext cx="3502328" cy="293786"/>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490201 w 5136078"/>
              <a:gd name="connsiteY1" fmla="*/ 21617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490201" y="21617"/>
                </a:lnTo>
                <a:lnTo>
                  <a:pt x="5136078" y="261257"/>
                </a:lnTo>
                <a:lnTo>
                  <a:pt x="0" y="261257"/>
                </a:lnTo>
                <a:lnTo>
                  <a:pt x="0" y="0"/>
                </a:lnTo>
                <a:close/>
              </a:path>
            </a:pathLst>
          </a:cu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lumMod val="75000"/>
                    <a:lumOff val="25000"/>
                  </a:schemeClr>
                </a:solidFill>
                <a:effectLst/>
                <a:uLnTx/>
                <a:uFillTx/>
                <a:latin typeface="Montserrat" pitchFamily="2" charset="0"/>
                <a:ea typeface="+mn-ea"/>
                <a:cs typeface="Arial" panose="020B0604020202020204" pitchFamily="34" charset="0"/>
              </a:rPr>
              <a:t>   OPERATE, DEFEND, ATTACK, INFLUENCE, INFORM!</a:t>
            </a:r>
          </a:p>
        </p:txBody>
      </p:sp>
      <p:sp>
        <p:nvSpPr>
          <p:cNvPr id="11" name="Rectangle 24"/>
          <p:cNvSpPr/>
          <p:nvPr userDrawn="1"/>
        </p:nvSpPr>
        <p:spPr>
          <a:xfrm>
            <a:off x="1" y="6528816"/>
            <a:ext cx="2808514" cy="338447"/>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916384" y="5938"/>
                </a:lnTo>
                <a:lnTo>
                  <a:pt x="5136078" y="261257"/>
                </a:lnTo>
                <a:lnTo>
                  <a:pt x="0" y="261257"/>
                </a:lnTo>
                <a:lnTo>
                  <a:pt x="0" y="0"/>
                </a:lnTo>
                <a:close/>
              </a:path>
            </a:pathLst>
          </a:custGeom>
          <a:solidFill>
            <a:srgbClr val="1A563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Montserrat" pitchFamily="2" charset="0"/>
                <a:ea typeface="Verdana" panose="020B0604030504040204" pitchFamily="34" charset="0"/>
                <a:cs typeface="+mn-cs"/>
              </a:rPr>
              <a:t>U.S. ARMY CYBER COMMAND </a:t>
            </a:r>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9659" y="6544267"/>
            <a:ext cx="356124" cy="272833"/>
          </a:xfrm>
          <a:prstGeom prst="rect">
            <a:avLst/>
          </a:prstGeom>
          <a:noFill/>
        </p:spPr>
      </p:pic>
      <p:sp>
        <p:nvSpPr>
          <p:cNvPr id="3" name="Text Placeholder 4">
            <a:extLst>
              <a:ext uri="{FF2B5EF4-FFF2-40B4-BE49-F238E27FC236}">
                <a16:creationId xmlns:a16="http://schemas.microsoft.com/office/drawing/2014/main" id="{63B3E9EC-486B-281C-0514-89DA6F0DC140}"/>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4">
            <a:extLst>
              <a:ext uri="{FF2B5EF4-FFF2-40B4-BE49-F238E27FC236}">
                <a16:creationId xmlns:a16="http://schemas.microsoft.com/office/drawing/2014/main" id="{A6E40C6B-1D73-F440-BAFA-41F6F021E90D}"/>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5" name="Shape 119">
            <a:extLst>
              <a:ext uri="{FF2B5EF4-FFF2-40B4-BE49-F238E27FC236}">
                <a16:creationId xmlns:a16="http://schemas.microsoft.com/office/drawing/2014/main" id="{971919A5-7D64-41A4-EB92-CE396096D8E1}"/>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2713639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2" name="Shape 1121"/>
          <p:cNvSpPr txBox="1">
            <a:spLocks/>
          </p:cNvSpPr>
          <p:nvPr userDrawn="1"/>
        </p:nvSpPr>
        <p:spPr>
          <a:xfrm>
            <a:off x="982568" y="366382"/>
            <a:ext cx="7279988" cy="646712"/>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t">
            <a:normAutofit/>
          </a:bodyPr>
          <a:lstStyle>
            <a:lvl1pPr marL="0" marR="0" indent="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1pPr>
            <a:lvl2pPr marL="0" marR="0" indent="2286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2pPr>
            <a:lvl3pPr marL="0" marR="0" indent="4572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3pPr>
            <a:lvl4pPr marL="0" marR="0" indent="6858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4pPr>
            <a:lvl5pPr marL="0" marR="0" indent="9144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5pPr>
            <a:lvl6pPr marL="0" marR="0" indent="11430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6pPr>
            <a:lvl7pPr marL="0" marR="0" indent="13716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7pPr>
            <a:lvl8pPr marL="0" marR="0" indent="16002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8pPr>
            <a:lvl9pPr marL="0" marR="0" indent="1828800" algn="l" defTabSz="825500" rtl="0" latinLnBrk="0">
              <a:lnSpc>
                <a:spcPct val="80000"/>
              </a:lnSpc>
              <a:spcBef>
                <a:spcPts val="0"/>
              </a:spcBef>
              <a:spcAft>
                <a:spcPts val="0"/>
              </a:spcAft>
              <a:buClrTx/>
              <a:buSzTx/>
              <a:buFontTx/>
              <a:buNone/>
              <a:tabLst/>
              <a:defRPr sz="11200" b="0" i="0" u="none" strike="noStrike" cap="none" spc="560" baseline="0">
                <a:ln>
                  <a:noFill/>
                </a:ln>
                <a:solidFill>
                  <a:srgbClr val="212121"/>
                </a:solidFill>
                <a:uFillTx/>
                <a:latin typeface="+mj-lt"/>
                <a:ea typeface="+mj-ea"/>
                <a:cs typeface="+mj-cs"/>
                <a:sym typeface="Montserrat Semi Bold"/>
              </a:defRPr>
            </a:lvl9pPr>
          </a:lstStyle>
          <a:p>
            <a:pPr marL="0" marR="0" lvl="0" indent="0" algn="l" defTabSz="825500" rtl="0" eaLnBrk="1" fontAlgn="auto" latinLnBrk="0" hangingPunct="1">
              <a:lnSpc>
                <a:spcPct val="80000"/>
              </a:lnSpc>
              <a:spcBef>
                <a:spcPts val="0"/>
              </a:spcBef>
              <a:spcAft>
                <a:spcPts val="0"/>
              </a:spcAft>
              <a:buClrTx/>
              <a:buSzTx/>
              <a:buFontTx/>
              <a:buNone/>
              <a:tabLst/>
              <a:defRPr/>
            </a:pPr>
            <a:endParaRPr kumimoji="0" lang="de-DE" sz="3600" b="1" i="0" u="none" strike="noStrike" kern="1200" cap="none" spc="0" normalizeH="0" baseline="0" noProof="0">
              <a:ln>
                <a:noFill/>
              </a:ln>
              <a:solidFill>
                <a:prstClr val="white"/>
              </a:solidFill>
              <a:effectLst/>
              <a:uLnTx/>
              <a:uFillTx/>
              <a:latin typeface="Franklin Gothic Medium Cond" panose="020B0606030402020204" pitchFamily="34" charset="0"/>
              <a:ea typeface="+mj-ea"/>
              <a:cs typeface="Arial" panose="020B0604020202020204" pitchFamily="34" charset="0"/>
              <a:sym typeface="Montserrat Semi Bold"/>
            </a:endParaRPr>
          </a:p>
        </p:txBody>
      </p:sp>
      <p:sp>
        <p:nvSpPr>
          <p:cNvPr id="14" name="Content Placeholder 13"/>
          <p:cNvSpPr>
            <a:spLocks noGrp="1"/>
          </p:cNvSpPr>
          <p:nvPr>
            <p:ph sz="quarter" idx="17" hasCustomPrompt="1"/>
          </p:nvPr>
        </p:nvSpPr>
        <p:spPr>
          <a:xfrm>
            <a:off x="227119" y="1013094"/>
            <a:ext cx="5870448" cy="5379317"/>
          </a:xfrm>
          <a:prstGeom prst="rect">
            <a:avLst/>
          </a:prstGeom>
        </p:spPr>
        <p:txBody>
          <a:bodyPr/>
          <a:lstStyle>
            <a:lvl1pPr marL="228600" indent="-228600">
              <a:spcBef>
                <a:spcPts val="0"/>
              </a:spcBef>
              <a:buFont typeface="Arial" panose="020B0604020202020204" pitchFamily="34" charset="0"/>
              <a:buChar char="•"/>
              <a:defRPr sz="1800" baseline="0">
                <a:latin typeface="Montserrat" pitchFamily="2" charset="0"/>
              </a:defRPr>
            </a:lvl1pPr>
            <a:lvl2pPr marL="457200" indent="-228600">
              <a:spcBef>
                <a:spcPts val="0"/>
              </a:spcBef>
              <a:buFont typeface="Courier New" panose="02070309020205020404" pitchFamily="49" charset="0"/>
              <a:buChar char="o"/>
              <a:defRPr sz="1800" baseline="0">
                <a:latin typeface="Montserrat" pitchFamily="2" charset="0"/>
              </a:defRPr>
            </a:lvl2pPr>
            <a:lvl3pPr marL="685800" indent="-228600">
              <a:spcBef>
                <a:spcPts val="0"/>
              </a:spcBef>
              <a:buFont typeface="Wingdings" panose="05000000000000000000" pitchFamily="2" charset="2"/>
              <a:buChar char="§"/>
              <a:defRPr sz="1800" baseline="0">
                <a:latin typeface="Montserrat" pitchFamily="2" charset="0"/>
              </a:defRPr>
            </a:lvl3pPr>
            <a:lvl4pPr>
              <a:defRPr>
                <a:latin typeface="Franklin Gothic Medium Cond" panose="020B0606030402020204" pitchFamily="34" charset="0"/>
              </a:defRPr>
            </a:lvl4pPr>
            <a:lvl5pPr>
              <a:defRPr>
                <a:latin typeface="Franklin Gothic Medium Cond" panose="020B0606030402020204" pitchFamily="34" charset="0"/>
              </a:defRPr>
            </a:lvl5pPr>
          </a:lstStyle>
          <a:p>
            <a:pPr lvl="0"/>
            <a:r>
              <a:rPr lang="en-US"/>
              <a:t>Click to insert</a:t>
            </a:r>
          </a:p>
          <a:p>
            <a:pPr lvl="1"/>
            <a:r>
              <a:rPr lang="en-US"/>
              <a:t>Second level</a:t>
            </a:r>
          </a:p>
          <a:p>
            <a:pPr lvl="2"/>
            <a:r>
              <a:rPr lang="en-US"/>
              <a:t>Third level</a:t>
            </a:r>
          </a:p>
          <a:p>
            <a:pPr lvl="0"/>
            <a:endParaRPr lang="en-US"/>
          </a:p>
        </p:txBody>
      </p:sp>
      <p:sp>
        <p:nvSpPr>
          <p:cNvPr id="15" name="Content Placeholder 13"/>
          <p:cNvSpPr>
            <a:spLocks noGrp="1"/>
          </p:cNvSpPr>
          <p:nvPr>
            <p:ph sz="quarter" idx="18" hasCustomPrompt="1"/>
          </p:nvPr>
        </p:nvSpPr>
        <p:spPr>
          <a:xfrm>
            <a:off x="6106090" y="1013094"/>
            <a:ext cx="5870448" cy="5379317"/>
          </a:xfrm>
          <a:prstGeom prst="rect">
            <a:avLst/>
          </a:prstGeom>
        </p:spPr>
        <p:txBody>
          <a:bodyPr/>
          <a:lstStyle>
            <a:lvl1pPr marL="228600" indent="-228600">
              <a:spcBef>
                <a:spcPts val="0"/>
              </a:spcBef>
              <a:buFont typeface="Arial" panose="020B0604020202020204" pitchFamily="34" charset="0"/>
              <a:buChar char="•"/>
              <a:defRPr sz="1800" baseline="0">
                <a:latin typeface="Montserrat" pitchFamily="2" charset="0"/>
              </a:defRPr>
            </a:lvl1pPr>
            <a:lvl2pPr marL="457200" indent="-228600">
              <a:spcBef>
                <a:spcPts val="0"/>
              </a:spcBef>
              <a:buFont typeface="Courier New" panose="02070309020205020404" pitchFamily="49" charset="0"/>
              <a:buChar char="o"/>
              <a:defRPr sz="1800" baseline="0">
                <a:latin typeface="Montserrat" pitchFamily="2" charset="0"/>
              </a:defRPr>
            </a:lvl2pPr>
            <a:lvl3pPr marL="685800" indent="-228600">
              <a:spcBef>
                <a:spcPts val="0"/>
              </a:spcBef>
              <a:buFont typeface="Wingdings" panose="05000000000000000000" pitchFamily="2" charset="2"/>
              <a:buChar char="§"/>
              <a:defRPr sz="1800" baseline="0">
                <a:latin typeface="Montserrat" pitchFamily="2" charset="0"/>
              </a:defRPr>
            </a:lvl3pPr>
            <a:lvl4pPr>
              <a:defRPr>
                <a:latin typeface="Franklin Gothic Medium Cond" panose="020B0606030402020204" pitchFamily="34" charset="0"/>
              </a:defRPr>
            </a:lvl4pPr>
            <a:lvl5pPr>
              <a:defRPr>
                <a:latin typeface="Franklin Gothic Medium Cond" panose="020B0606030402020204" pitchFamily="34" charset="0"/>
              </a:defRPr>
            </a:lvl5pPr>
          </a:lstStyle>
          <a:p>
            <a:pPr lvl="0"/>
            <a:r>
              <a:rPr lang="en-US"/>
              <a:t>Click to insert</a:t>
            </a:r>
          </a:p>
          <a:p>
            <a:pPr lvl="1"/>
            <a:r>
              <a:rPr lang="en-US"/>
              <a:t>Second level</a:t>
            </a:r>
          </a:p>
          <a:p>
            <a:pPr lvl="2"/>
            <a:r>
              <a:rPr lang="en-US"/>
              <a:t>Third level</a:t>
            </a:r>
          </a:p>
          <a:p>
            <a:pPr lvl="0"/>
            <a:endParaRPr lang="en-US"/>
          </a:p>
        </p:txBody>
      </p:sp>
      <p:sp>
        <p:nvSpPr>
          <p:cNvPr id="2" name="Text Placeholder 4">
            <a:extLst>
              <a:ext uri="{FF2B5EF4-FFF2-40B4-BE49-F238E27FC236}">
                <a16:creationId xmlns:a16="http://schemas.microsoft.com/office/drawing/2014/main" id="{3CF4BAB6-EBE4-AF40-C115-A0805EEACF4D}"/>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3" name="Text Placeholder 4">
            <a:extLst>
              <a:ext uri="{FF2B5EF4-FFF2-40B4-BE49-F238E27FC236}">
                <a16:creationId xmlns:a16="http://schemas.microsoft.com/office/drawing/2014/main" id="{DD92F68C-04EE-C301-7702-98DB102E2F6A}"/>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Text Placeholder 22">
            <a:extLst>
              <a:ext uri="{FF2B5EF4-FFF2-40B4-BE49-F238E27FC236}">
                <a16:creationId xmlns:a16="http://schemas.microsoft.com/office/drawing/2014/main" id="{F72B15C3-B1DF-D3B9-8B19-CA7E180089BE}"/>
              </a:ext>
            </a:extLst>
          </p:cNvPr>
          <p:cNvSpPr>
            <a:spLocks noGrp="1"/>
          </p:cNvSpPr>
          <p:nvPr>
            <p:ph type="body" sz="quarter" idx="15"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
        <p:nvSpPr>
          <p:cNvPr id="5" name="Shape 119">
            <a:extLst>
              <a:ext uri="{FF2B5EF4-FFF2-40B4-BE49-F238E27FC236}">
                <a16:creationId xmlns:a16="http://schemas.microsoft.com/office/drawing/2014/main" id="{509AFF5C-C686-8162-969E-7829BC1BE731}"/>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560478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1" name="Text Placeholder 9"/>
          <p:cNvSpPr>
            <a:spLocks noGrp="1"/>
          </p:cNvSpPr>
          <p:nvPr>
            <p:ph type="body" sz="quarter" idx="18" hasCustomPrompt="1"/>
          </p:nvPr>
        </p:nvSpPr>
        <p:spPr>
          <a:xfrm>
            <a:off x="227118" y="5718638"/>
            <a:ext cx="11755331" cy="7315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atin typeface="Montserrat"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insert</a:t>
            </a:r>
          </a:p>
        </p:txBody>
      </p:sp>
      <p:sp>
        <p:nvSpPr>
          <p:cNvPr id="2" name="Text Placeholder 4">
            <a:extLst>
              <a:ext uri="{FF2B5EF4-FFF2-40B4-BE49-F238E27FC236}">
                <a16:creationId xmlns:a16="http://schemas.microsoft.com/office/drawing/2014/main" id="{1FB2F7DF-26EB-A6A3-750C-17663C6CDFA9}"/>
              </a:ext>
            </a:extLst>
          </p:cNvPr>
          <p:cNvSpPr>
            <a:spLocks noGrp="1"/>
          </p:cNvSpPr>
          <p:nvPr>
            <p:ph type="body" sz="quarter" idx="11" hasCustomPrompt="1"/>
          </p:nvPr>
        </p:nvSpPr>
        <p:spPr>
          <a:xfrm>
            <a:off x="-1" y="0"/>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3" name="Text Placeholder 4">
            <a:extLst>
              <a:ext uri="{FF2B5EF4-FFF2-40B4-BE49-F238E27FC236}">
                <a16:creationId xmlns:a16="http://schemas.microsoft.com/office/drawing/2014/main" id="{38FD0235-ECA7-DEC8-9DA9-9EA9CD6937F7}"/>
              </a:ext>
            </a:extLst>
          </p:cNvPr>
          <p:cNvSpPr>
            <a:spLocks noGrp="1"/>
          </p:cNvSpPr>
          <p:nvPr>
            <p:ph type="body" sz="quarter" idx="16" hasCustomPrompt="1"/>
          </p:nvPr>
        </p:nvSpPr>
        <p:spPr>
          <a:xfrm>
            <a:off x="9678271" y="6593228"/>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CLASSIFICATION</a:t>
            </a:r>
          </a:p>
        </p:txBody>
      </p:sp>
      <p:sp>
        <p:nvSpPr>
          <p:cNvPr id="4" name="Content Placeholder 13">
            <a:extLst>
              <a:ext uri="{FF2B5EF4-FFF2-40B4-BE49-F238E27FC236}">
                <a16:creationId xmlns:a16="http://schemas.microsoft.com/office/drawing/2014/main" id="{DA6A4929-67DF-2C13-E58D-C2F91AF2C4CE}"/>
              </a:ext>
            </a:extLst>
          </p:cNvPr>
          <p:cNvSpPr>
            <a:spLocks noGrp="1"/>
          </p:cNvSpPr>
          <p:nvPr>
            <p:ph sz="quarter" idx="19" hasCustomPrompt="1"/>
          </p:nvPr>
        </p:nvSpPr>
        <p:spPr>
          <a:xfrm>
            <a:off x="227118" y="1006679"/>
            <a:ext cx="11616539" cy="4641940"/>
          </a:xfrm>
          <a:prstGeom prst="rect">
            <a:avLst/>
          </a:prstGeom>
        </p:spPr>
        <p:txBody>
          <a:bodyPr/>
          <a:lstStyle>
            <a:lvl1pPr marL="228600" indent="-228600">
              <a:spcBef>
                <a:spcPts val="0"/>
              </a:spcBef>
              <a:buFont typeface="Arial" panose="020B0604020202020204" pitchFamily="34" charset="0"/>
              <a:buChar char="•"/>
              <a:defRPr sz="1800" baseline="0">
                <a:latin typeface="Montserrat" pitchFamily="2" charset="0"/>
              </a:defRPr>
            </a:lvl1pPr>
            <a:lvl2pPr marL="457200" indent="-228600">
              <a:spcBef>
                <a:spcPts val="0"/>
              </a:spcBef>
              <a:buFont typeface="Courier New" panose="02070309020205020404" pitchFamily="49" charset="0"/>
              <a:buChar char="o"/>
              <a:defRPr sz="1800" baseline="0">
                <a:latin typeface="Montserrat" pitchFamily="2" charset="0"/>
              </a:defRPr>
            </a:lvl2pPr>
            <a:lvl3pPr marL="685800" indent="-228600">
              <a:spcBef>
                <a:spcPts val="0"/>
              </a:spcBef>
              <a:buFont typeface="Wingdings" panose="05000000000000000000" pitchFamily="2" charset="2"/>
              <a:buChar char="§"/>
              <a:defRPr sz="1800" baseline="0">
                <a:latin typeface="Montserrat" pitchFamily="2" charset="0"/>
              </a:defRPr>
            </a:lvl3pPr>
            <a:lvl4pPr>
              <a:defRPr>
                <a:latin typeface="Franklin Gothic Medium Cond" panose="020B0606030402020204" pitchFamily="34" charset="0"/>
              </a:defRPr>
            </a:lvl4pPr>
            <a:lvl5pPr>
              <a:defRPr>
                <a:latin typeface="Franklin Gothic Medium Cond" panose="020B0606030402020204" pitchFamily="34" charset="0"/>
              </a:defRPr>
            </a:lvl5pPr>
          </a:lstStyle>
          <a:p>
            <a:pPr lvl="0"/>
            <a:r>
              <a:rPr lang="en-US"/>
              <a:t>Click to insert</a:t>
            </a:r>
          </a:p>
          <a:p>
            <a:pPr lvl="1"/>
            <a:r>
              <a:rPr lang="en-US"/>
              <a:t>Second level</a:t>
            </a:r>
          </a:p>
          <a:p>
            <a:pPr lvl="2"/>
            <a:r>
              <a:rPr lang="en-US"/>
              <a:t>Third level</a:t>
            </a:r>
          </a:p>
          <a:p>
            <a:pPr lvl="0"/>
            <a:endParaRPr lang="en-US"/>
          </a:p>
        </p:txBody>
      </p:sp>
      <p:sp>
        <p:nvSpPr>
          <p:cNvPr id="6" name="Text Placeholder 22">
            <a:extLst>
              <a:ext uri="{FF2B5EF4-FFF2-40B4-BE49-F238E27FC236}">
                <a16:creationId xmlns:a16="http://schemas.microsoft.com/office/drawing/2014/main" id="{7BBFCD23-EAA2-F73A-0A97-8683762354FC}"/>
              </a:ext>
            </a:extLst>
          </p:cNvPr>
          <p:cNvSpPr>
            <a:spLocks noGrp="1"/>
          </p:cNvSpPr>
          <p:nvPr>
            <p:ph type="body" sz="quarter" idx="15" hasCustomPrompt="1"/>
          </p:nvPr>
        </p:nvSpPr>
        <p:spPr>
          <a:xfrm>
            <a:off x="423369" y="219572"/>
            <a:ext cx="7529784" cy="567321"/>
          </a:xfrm>
          <a:prstGeom prst="rect">
            <a:avLst/>
          </a:prstGeom>
        </p:spPr>
        <p:txBody>
          <a:bodyPr lIns="0" tIns="0" rIns="0" bIns="0" anchor="ctr" anchorCtr="0">
            <a:normAutofit/>
          </a:bodyPr>
          <a:lstStyle>
            <a:lvl1pPr marL="0" indent="0">
              <a:lnSpc>
                <a:spcPct val="100000"/>
              </a:lnSpc>
              <a:spcBef>
                <a:spcPts val="0"/>
              </a:spcBef>
              <a:buNone/>
              <a:defRPr sz="2400" b="0">
                <a:solidFill>
                  <a:schemeClr val="bg1"/>
                </a:solidFill>
                <a:latin typeface="Montserrat SemiBold" pitchFamily="2" charset="0"/>
                <a:cs typeface="Arial" panose="020B0604020202020204" pitchFamily="34" charset="0"/>
              </a:defRPr>
            </a:lvl1pPr>
          </a:lstStyle>
          <a:p>
            <a:pPr lvl="0"/>
            <a:r>
              <a:rPr lang="en-US" b="1"/>
              <a:t>TITLE</a:t>
            </a:r>
            <a:endParaRPr lang="en-US"/>
          </a:p>
        </p:txBody>
      </p:sp>
      <p:sp>
        <p:nvSpPr>
          <p:cNvPr id="5" name="Shape 119">
            <a:extLst>
              <a:ext uri="{FF2B5EF4-FFF2-40B4-BE49-F238E27FC236}">
                <a16:creationId xmlns:a16="http://schemas.microsoft.com/office/drawing/2014/main" id="{15EABC43-3EED-83FE-7BC3-7E3F74137E91}"/>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2842118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Quesions-Commen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E58BB6-60D3-C440-939B-91B41FB12675}"/>
              </a:ext>
            </a:extLst>
          </p:cNvPr>
          <p:cNvSpPr/>
          <p:nvPr userDrawn="1"/>
        </p:nvSpPr>
        <p:spPr>
          <a:xfrm rot="16200000">
            <a:off x="-653446" y="3360413"/>
            <a:ext cx="6875813" cy="131236"/>
          </a:xfrm>
          <a:prstGeom prst="rect">
            <a:avLst/>
          </a:pr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a:p>
        </p:txBody>
      </p:sp>
      <p:sp>
        <p:nvSpPr>
          <p:cNvPr id="9" name="TextBox 8">
            <a:extLst>
              <a:ext uri="{FF2B5EF4-FFF2-40B4-BE49-F238E27FC236}">
                <a16:creationId xmlns:a16="http://schemas.microsoft.com/office/drawing/2014/main" id="{4547F65C-831D-FE42-8CDB-5D937C4C1720}"/>
              </a:ext>
            </a:extLst>
          </p:cNvPr>
          <p:cNvSpPr txBox="1"/>
          <p:nvPr userDrawn="1"/>
        </p:nvSpPr>
        <p:spPr>
          <a:xfrm>
            <a:off x="5029658" y="2952540"/>
            <a:ext cx="5993017" cy="1107996"/>
          </a:xfrm>
          <a:prstGeom prst="rect">
            <a:avLst/>
          </a:prstGeom>
          <a:noFill/>
        </p:spPr>
        <p:txBody>
          <a:bodyPr wrap="square" rtlCol="0">
            <a:spAutoFit/>
          </a:bodyPr>
          <a:lstStyle/>
          <a:p>
            <a:r>
              <a:rPr lang="en-US" sz="6600" b="1">
                <a:latin typeface="Montserrat Black" pitchFamily="2" charset="0"/>
              </a:rPr>
              <a:t>COMMENTS</a:t>
            </a:r>
          </a:p>
        </p:txBody>
      </p:sp>
      <p:sp>
        <p:nvSpPr>
          <p:cNvPr id="10" name="TextBox 9">
            <a:extLst>
              <a:ext uri="{FF2B5EF4-FFF2-40B4-BE49-F238E27FC236}">
                <a16:creationId xmlns:a16="http://schemas.microsoft.com/office/drawing/2014/main" id="{9187E71D-E7BF-F64F-B646-6EE3678DE508}"/>
              </a:ext>
            </a:extLst>
          </p:cNvPr>
          <p:cNvSpPr txBox="1"/>
          <p:nvPr userDrawn="1"/>
        </p:nvSpPr>
        <p:spPr>
          <a:xfrm>
            <a:off x="5046435" y="2634986"/>
            <a:ext cx="5870997" cy="623248"/>
          </a:xfrm>
          <a:prstGeom prst="rect">
            <a:avLst/>
          </a:prstGeom>
          <a:noFill/>
        </p:spPr>
        <p:txBody>
          <a:bodyPr wrap="square" rtlCol="0">
            <a:spAutoFit/>
          </a:bodyPr>
          <a:lstStyle/>
          <a:p>
            <a:r>
              <a:rPr lang="en-US" sz="3450">
                <a:latin typeface="Montserrat" pitchFamily="2" charset="0"/>
              </a:rPr>
              <a:t>QUESTIONS &amp; CLOSING</a:t>
            </a:r>
          </a:p>
        </p:txBody>
      </p:sp>
      <p:sp>
        <p:nvSpPr>
          <p:cNvPr id="11" name="Rectangle 10"/>
          <p:cNvSpPr/>
          <p:nvPr userDrawn="1"/>
        </p:nvSpPr>
        <p:spPr>
          <a:xfrm>
            <a:off x="-13670" y="-11874"/>
            <a:ext cx="2741601" cy="6875812"/>
          </a:xfrm>
          <a:prstGeom prst="rect">
            <a:avLst/>
          </a:prstGeom>
          <a:solidFill>
            <a:srgbClr val="1E5A39"/>
          </a:solidFill>
          <a:ln>
            <a:solidFill>
              <a:srgbClr val="1E5A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7"/>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9644" y="2134690"/>
            <a:ext cx="2775174" cy="2506907"/>
          </a:xfrm>
          <a:prstGeom prst="rect">
            <a:avLst/>
          </a:prstGeom>
        </p:spPr>
      </p:pic>
      <p:sp>
        <p:nvSpPr>
          <p:cNvPr id="2" name="Text Placeholder 4">
            <a:extLst>
              <a:ext uri="{FF2B5EF4-FFF2-40B4-BE49-F238E27FC236}">
                <a16:creationId xmlns:a16="http://schemas.microsoft.com/office/drawing/2014/main" id="{9AC2E43A-2605-6211-782D-1CA3B9019825}"/>
              </a:ext>
            </a:extLst>
          </p:cNvPr>
          <p:cNvSpPr>
            <a:spLocks noGrp="1"/>
          </p:cNvSpPr>
          <p:nvPr>
            <p:ph type="body" sz="quarter" idx="11" hasCustomPrompt="1"/>
          </p:nvPr>
        </p:nvSpPr>
        <p:spPr>
          <a:xfrm>
            <a:off x="-1" y="-11876"/>
            <a:ext cx="2511632" cy="192505"/>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UNCLASSIFIED</a:t>
            </a:r>
          </a:p>
        </p:txBody>
      </p:sp>
      <p:sp>
        <p:nvSpPr>
          <p:cNvPr id="3" name="Text Placeholder 4">
            <a:extLst>
              <a:ext uri="{FF2B5EF4-FFF2-40B4-BE49-F238E27FC236}">
                <a16:creationId xmlns:a16="http://schemas.microsoft.com/office/drawing/2014/main" id="{56D27CC5-3060-FB3A-A525-F9F59B114867}"/>
              </a:ext>
            </a:extLst>
          </p:cNvPr>
          <p:cNvSpPr>
            <a:spLocks noGrp="1"/>
          </p:cNvSpPr>
          <p:nvPr>
            <p:ph type="body" sz="quarter" idx="16" hasCustomPrompt="1"/>
          </p:nvPr>
        </p:nvSpPr>
        <p:spPr>
          <a:xfrm>
            <a:off x="9678271" y="6664484"/>
            <a:ext cx="2507672" cy="188412"/>
          </a:xfrm>
          <a:prstGeom prst="rect">
            <a:avLst/>
          </a:prstGeom>
          <a:solidFill>
            <a:srgbClr val="1A5632"/>
          </a:solidFill>
        </p:spPr>
        <p:txBody>
          <a:bodyPr/>
          <a:lstStyle>
            <a:lvl1pPr marL="0" indent="0" algn="ctr">
              <a:buNone/>
              <a:defRPr sz="800" b="1">
                <a:solidFill>
                  <a:schemeClr val="bg1"/>
                </a:solidFill>
                <a:latin typeface="Montserrat" pitchFamily="2" charset="0"/>
                <a:cs typeface="Arial" panose="020B0604020202020204" pitchFamily="34" charset="0"/>
              </a:defRPr>
            </a:lvl1pPr>
          </a:lstStyle>
          <a:p>
            <a:pPr lvl="0"/>
            <a:r>
              <a:rPr lang="en-US"/>
              <a:t>UNCLASSIFIED</a:t>
            </a:r>
          </a:p>
        </p:txBody>
      </p:sp>
      <p:sp>
        <p:nvSpPr>
          <p:cNvPr id="4" name="Shape 119">
            <a:extLst>
              <a:ext uri="{FF2B5EF4-FFF2-40B4-BE49-F238E27FC236}">
                <a16:creationId xmlns:a16="http://schemas.microsoft.com/office/drawing/2014/main" id="{3E09EDA3-DFA9-7547-D722-EB9F0D30EBE4}"/>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18968752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AF91FA-4626-22F0-F438-0D79C6F87AE7}"/>
              </a:ext>
            </a:extLst>
          </p:cNvPr>
          <p:cNvSpPr>
            <a:spLocks noGrp="1"/>
          </p:cNvSpPr>
          <p:nvPr>
            <p:ph type="dt" sz="half" idx="10"/>
          </p:nvPr>
        </p:nvSpPr>
        <p:spPr/>
        <p:txBody>
          <a:bodyPr/>
          <a:lstStyle/>
          <a:p>
            <a:fld id="{CB40A6A4-3C4E-44C6-B7FD-6B7FA0FE720D}" type="datetimeFigureOut">
              <a:rPr lang="en-US" smtClean="0"/>
              <a:t>6/24/2026</a:t>
            </a:fld>
            <a:endParaRPr lang="en-US"/>
          </a:p>
        </p:txBody>
      </p:sp>
      <p:sp>
        <p:nvSpPr>
          <p:cNvPr id="3" name="Footer Placeholder 2">
            <a:extLst>
              <a:ext uri="{FF2B5EF4-FFF2-40B4-BE49-F238E27FC236}">
                <a16:creationId xmlns:a16="http://schemas.microsoft.com/office/drawing/2014/main" id="{F970EB87-AD5D-6B6D-6CED-589D927D45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BAD327-F474-30B5-4EEC-E901E6A418D7}"/>
              </a:ext>
            </a:extLst>
          </p:cNvPr>
          <p:cNvSpPr>
            <a:spLocks noGrp="1"/>
          </p:cNvSpPr>
          <p:nvPr>
            <p:ph type="sldNum" sz="quarter" idx="12"/>
          </p:nvPr>
        </p:nvSpPr>
        <p:spPr/>
        <p:txBody>
          <a:bodyPr/>
          <a:lstStyle/>
          <a:p>
            <a:fld id="{4ED65377-1484-4BC7-9B7E-AC3EB1D708E8}" type="slidenum">
              <a:rPr lang="en-US" smtClean="0"/>
              <a:t>‹#›</a:t>
            </a:fld>
            <a:endParaRPr lang="en-US"/>
          </a:p>
        </p:txBody>
      </p:sp>
      <p:sp>
        <p:nvSpPr>
          <p:cNvPr id="5" name="Shape 119">
            <a:extLst>
              <a:ext uri="{FF2B5EF4-FFF2-40B4-BE49-F238E27FC236}">
                <a16:creationId xmlns:a16="http://schemas.microsoft.com/office/drawing/2014/main" id="{777BBD91-C16D-2519-227B-95E0368ACC2D}"/>
              </a:ext>
            </a:extLst>
          </p:cNvPr>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fld id="{86CB4B4D-7CA3-9044-876B-883B54F8677D}" type="slidenum">
              <a:rPr kumimoji="0" sz="1050" b="0" i="0" u="none" strike="noStrike" kern="1200" cap="none" spc="0" normalizeH="0" baseline="0" noProof="0">
                <a:ln>
                  <a:noFill/>
                </a:ln>
                <a:solidFill>
                  <a:srgbClr val="797979"/>
                </a:solidFill>
                <a:effectLst/>
                <a:uLnTx/>
                <a:uFillTx/>
                <a:latin typeface="Montserrat"/>
                <a:ea typeface="+mn-ea"/>
                <a:cs typeface="+mn-cs"/>
              </a:rPr>
              <a:pPr marL="0" marR="0" lvl="0" indent="0" algn="l" defTabSz="914400" rtl="0" eaLnBrk="1" fontAlgn="auto" latinLnBrk="0" hangingPunct="1">
                <a:lnSpc>
                  <a:spcPct val="100000"/>
                </a:lnSpc>
                <a:spcBef>
                  <a:spcPts val="4500"/>
                </a:spcBef>
                <a:spcAft>
                  <a:spcPts val="0"/>
                </a:spcAft>
                <a:buClrTx/>
                <a:buSzTx/>
                <a:buFontTx/>
                <a:buNone/>
                <a:tabLst/>
                <a:defRPr sz="2800">
                  <a:solidFill>
                    <a:srgbClr val="797979"/>
                  </a:solidFill>
                </a:defRPr>
              </a:pPr>
              <a:t>‹#›</a:t>
            </a:fld>
            <a:r>
              <a:rPr kumimoji="0" sz="1050" b="0" i="0" u="none" strike="noStrike" kern="1200" cap="none" spc="0" normalizeH="0" baseline="0" noProof="0">
                <a:ln>
                  <a:noFill/>
                </a:ln>
                <a:solidFill>
                  <a:srgbClr val="797979"/>
                </a:solidFill>
                <a:effectLst/>
                <a:uLnTx/>
                <a:uFillTx/>
                <a:latin typeface="Montserrat"/>
                <a:ea typeface="+mn-ea"/>
                <a:cs typeface="+mn-cs"/>
              </a:rPr>
              <a:t>￼</a:t>
            </a:r>
          </a:p>
        </p:txBody>
      </p:sp>
    </p:spTree>
    <p:extLst>
      <p:ext uri="{BB962C8B-B14F-4D97-AF65-F5344CB8AC3E}">
        <p14:creationId xmlns:p14="http://schemas.microsoft.com/office/powerpoint/2010/main" val="1351933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Add17">
  <p:cSld name="SlideAdd17">
    <p:spTree>
      <p:nvGrpSpPr>
        <p:cNvPr id="1" name="Shape 41"/>
        <p:cNvGrpSpPr/>
        <p:nvPr/>
      </p:nvGrpSpPr>
      <p:grpSpPr>
        <a:xfrm>
          <a:off x="0" y="0"/>
          <a:ext cx="0" cy="0"/>
          <a:chOff x="0" y="0"/>
          <a:chExt cx="0" cy="0"/>
        </a:xfrm>
      </p:grpSpPr>
      <p:pic>
        <p:nvPicPr>
          <p:cNvPr id="42" name="Google Shape;42;p53"/>
          <p:cNvPicPr preferRelativeResize="0">
            <a:picLocks noGrp="1"/>
          </p:cNvPicPr>
          <p:nvPr>
            <p:ph type="pic" idx="2"/>
          </p:nvPr>
        </p:nvPicPr>
        <p:blipFill/>
        <p:spPr>
          <a:xfrm>
            <a:off x="1" y="0"/>
            <a:ext cx="5791201" cy="5562600"/>
          </a:xfrm>
          <a:prstGeom prst="rect">
            <a:avLst/>
          </a:prstGeom>
          <a:blipFill rotWithShape="1">
            <a:blip r:embed="rId2">
              <a:alphaModFix/>
            </a:blip>
            <a:tile tx="0" ty="0" sx="100000" sy="100000" flip="none" algn="tl"/>
          </a:blipFill>
          <a:ln>
            <a:noFill/>
          </a:ln>
        </p:spPr>
      </p:pic>
      <p:pic>
        <p:nvPicPr>
          <p:cNvPr id="43" name="Google Shape;43;p53"/>
          <p:cNvPicPr preferRelativeResize="0">
            <a:picLocks noGrp="1"/>
          </p:cNvPicPr>
          <p:nvPr>
            <p:ph type="pic" idx="3"/>
          </p:nvPr>
        </p:nvPicPr>
        <p:blipFill/>
        <p:spPr>
          <a:xfrm>
            <a:off x="5181602" y="999920"/>
            <a:ext cx="3047999" cy="5172280"/>
          </a:xfrm>
          <a:prstGeom prst="rect">
            <a:avLst/>
          </a:prstGeom>
          <a:blipFill rotWithShape="1">
            <a:blip r:embed="rId2">
              <a:alphaModFix/>
            </a:blip>
            <a:tile tx="0" ty="0" sx="100000" sy="100000" flip="none" algn="tl"/>
          </a:blipFill>
          <a:ln>
            <a:noFill/>
          </a:ln>
        </p:spPr>
      </p:pic>
      <p:pic>
        <p:nvPicPr>
          <p:cNvPr id="44" name="Google Shape;44;p53"/>
          <p:cNvPicPr preferRelativeResize="0">
            <a:picLocks noGrp="1"/>
          </p:cNvPicPr>
          <p:nvPr>
            <p:ph type="pic" idx="4"/>
          </p:nvPr>
        </p:nvPicPr>
        <p:blipFill/>
        <p:spPr>
          <a:xfrm>
            <a:off x="8534400" y="999920"/>
            <a:ext cx="3048000" cy="5172280"/>
          </a:xfrm>
          <a:prstGeom prst="rect">
            <a:avLst/>
          </a:prstGeom>
          <a:blipFill rotWithShape="1">
            <a:blip r:embed="rId2">
              <a:alphaModFix/>
            </a:blip>
            <a:tile tx="0" ty="0" sx="100000" sy="100000" flip="none" algn="tl"/>
          </a:blipFill>
          <a:ln>
            <a:noFill/>
          </a:ln>
        </p:spPr>
      </p:pic>
      <p:sp>
        <p:nvSpPr>
          <p:cNvPr id="45" name="Google Shape;45;p53"/>
          <p:cNvSpPr txBox="1">
            <a:spLocks noGrp="1"/>
          </p:cNvSpPr>
          <p:nvPr>
            <p:ph type="title"/>
          </p:nvPr>
        </p:nvSpPr>
        <p:spPr>
          <a:xfrm>
            <a:off x="1028399" y="949016"/>
            <a:ext cx="3857305" cy="83210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lt2"/>
              </a:buClr>
              <a:buSzPts val="4800"/>
              <a:buFont typeface="Montserrat Black"/>
              <a:buNone/>
              <a:defRPr sz="4800" b="1" i="0" u="none" strike="noStrike" cap="none">
                <a:solidFill>
                  <a:schemeClr val="lt2"/>
                </a:solidFill>
                <a:latin typeface="Montserrat Black"/>
                <a:ea typeface="Montserrat Black"/>
                <a:cs typeface="Montserrat Black"/>
                <a:sym typeface="Montserrat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extLst>
      <p:ext uri="{BB962C8B-B14F-4D97-AF65-F5344CB8AC3E}">
        <p14:creationId xmlns:p14="http://schemas.microsoft.com/office/powerpoint/2010/main" val="99258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ACECARD_MASTER">
    <p:bg>
      <p:bgPr>
        <a:solidFill>
          <a:srgbClr val="FFFF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ACB1E5-8A28-9F43-EDEB-C9DF64DAD35B}"/>
              </a:ext>
            </a:extLst>
          </p:cNvPr>
          <p:cNvPicPr>
            <a:picLocks noChangeAspect="1"/>
          </p:cNvPicPr>
          <p:nvPr userDrawn="1"/>
        </p:nvPicPr>
        <p:blipFill>
          <a:blip r:embed="rId2"/>
          <a:stretch>
            <a:fillRect/>
          </a:stretch>
        </p:blipFill>
        <p:spPr>
          <a:xfrm>
            <a:off x="4852308" y="161261"/>
            <a:ext cx="2487384" cy="6535478"/>
          </a:xfrm>
          <a:prstGeom prst="rect">
            <a:avLst/>
          </a:prstGeom>
        </p:spPr>
      </p:pic>
    </p:spTree>
    <p:extLst>
      <p:ext uri="{BB962C8B-B14F-4D97-AF65-F5344CB8AC3E}">
        <p14:creationId xmlns:p14="http://schemas.microsoft.com/office/powerpoint/2010/main" val="321717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1.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6"/>
          <p:cNvSpPr/>
          <p:nvPr userDrawn="1"/>
        </p:nvSpPr>
        <p:spPr>
          <a:xfrm>
            <a:off x="5812970" y="290642"/>
            <a:ext cx="3836930" cy="439686"/>
          </a:xfrm>
          <a:custGeom>
            <a:avLst/>
            <a:gdLst>
              <a:gd name="connsiteX0" fmla="*/ 0 w 8695916"/>
              <a:gd name="connsiteY0" fmla="*/ 0 h 583271"/>
              <a:gd name="connsiteX1" fmla="*/ 8695916 w 8695916"/>
              <a:gd name="connsiteY1" fmla="*/ 0 h 583271"/>
              <a:gd name="connsiteX2" fmla="*/ 8695916 w 8695916"/>
              <a:gd name="connsiteY2" fmla="*/ 583271 h 583271"/>
              <a:gd name="connsiteX3" fmla="*/ 0 w 8695916"/>
              <a:gd name="connsiteY3" fmla="*/ 583271 h 583271"/>
              <a:gd name="connsiteX4" fmla="*/ 0 w 8695916"/>
              <a:gd name="connsiteY4" fmla="*/ 0 h 583271"/>
              <a:gd name="connsiteX0" fmla="*/ 0 w 8695916"/>
              <a:gd name="connsiteY0" fmla="*/ 0 h 583271"/>
              <a:gd name="connsiteX1" fmla="*/ 8695916 w 8695916"/>
              <a:gd name="connsiteY1" fmla="*/ 0 h 583271"/>
              <a:gd name="connsiteX2" fmla="*/ 8066524 w 8695916"/>
              <a:gd name="connsiteY2" fmla="*/ 565458 h 583271"/>
              <a:gd name="connsiteX3" fmla="*/ 0 w 8695916"/>
              <a:gd name="connsiteY3" fmla="*/ 583271 h 583271"/>
              <a:gd name="connsiteX4" fmla="*/ 0 w 8695916"/>
              <a:gd name="connsiteY4" fmla="*/ 0 h 583271"/>
              <a:gd name="connsiteX0" fmla="*/ 0 w 8695916"/>
              <a:gd name="connsiteY0" fmla="*/ 0 h 583271"/>
              <a:gd name="connsiteX1" fmla="*/ 8695916 w 8695916"/>
              <a:gd name="connsiteY1" fmla="*/ 0 h 583271"/>
              <a:gd name="connsiteX2" fmla="*/ 7770470 w 8695916"/>
              <a:gd name="connsiteY2" fmla="*/ 541828 h 583271"/>
              <a:gd name="connsiteX3" fmla="*/ 0 w 8695916"/>
              <a:gd name="connsiteY3" fmla="*/ 583271 h 583271"/>
              <a:gd name="connsiteX4" fmla="*/ 0 w 8695916"/>
              <a:gd name="connsiteY4" fmla="*/ 0 h 583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5916" h="583271">
                <a:moveTo>
                  <a:pt x="0" y="0"/>
                </a:moveTo>
                <a:lnTo>
                  <a:pt x="8695916" y="0"/>
                </a:lnTo>
                <a:lnTo>
                  <a:pt x="7770470" y="541828"/>
                </a:lnTo>
                <a:lnTo>
                  <a:pt x="0" y="583271"/>
                </a:lnTo>
                <a:lnTo>
                  <a:pt x="0" y="0"/>
                </a:lnTo>
                <a:close/>
              </a:path>
            </a:pathLst>
          </a:cu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p:nvPr userDrawn="1"/>
        </p:nvSpPr>
        <p:spPr>
          <a:xfrm>
            <a:off x="1" y="215407"/>
            <a:ext cx="8695916" cy="583271"/>
          </a:xfrm>
          <a:custGeom>
            <a:avLst/>
            <a:gdLst>
              <a:gd name="connsiteX0" fmla="*/ 0 w 8695916"/>
              <a:gd name="connsiteY0" fmla="*/ 0 h 583271"/>
              <a:gd name="connsiteX1" fmla="*/ 8695916 w 8695916"/>
              <a:gd name="connsiteY1" fmla="*/ 0 h 583271"/>
              <a:gd name="connsiteX2" fmla="*/ 8695916 w 8695916"/>
              <a:gd name="connsiteY2" fmla="*/ 583271 h 583271"/>
              <a:gd name="connsiteX3" fmla="*/ 0 w 8695916"/>
              <a:gd name="connsiteY3" fmla="*/ 583271 h 583271"/>
              <a:gd name="connsiteX4" fmla="*/ 0 w 8695916"/>
              <a:gd name="connsiteY4" fmla="*/ 0 h 583271"/>
              <a:gd name="connsiteX0" fmla="*/ 0 w 8695916"/>
              <a:gd name="connsiteY0" fmla="*/ 0 h 583271"/>
              <a:gd name="connsiteX1" fmla="*/ 8695916 w 8695916"/>
              <a:gd name="connsiteY1" fmla="*/ 0 h 583271"/>
              <a:gd name="connsiteX2" fmla="*/ 8066524 w 8695916"/>
              <a:gd name="connsiteY2" fmla="*/ 565458 h 583271"/>
              <a:gd name="connsiteX3" fmla="*/ 0 w 8695916"/>
              <a:gd name="connsiteY3" fmla="*/ 583271 h 583271"/>
              <a:gd name="connsiteX4" fmla="*/ 0 w 8695916"/>
              <a:gd name="connsiteY4" fmla="*/ 0 h 583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5916" h="583271">
                <a:moveTo>
                  <a:pt x="0" y="0"/>
                </a:moveTo>
                <a:lnTo>
                  <a:pt x="8695916" y="0"/>
                </a:lnTo>
                <a:lnTo>
                  <a:pt x="8066524" y="565458"/>
                </a:lnTo>
                <a:lnTo>
                  <a:pt x="0" y="583271"/>
                </a:lnTo>
                <a:lnTo>
                  <a:pt x="0" y="0"/>
                </a:lnTo>
                <a:close/>
              </a:path>
            </a:pathLst>
          </a:custGeom>
          <a:solidFill>
            <a:srgbClr val="1A56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24"/>
          <p:cNvSpPr/>
          <p:nvPr userDrawn="1"/>
        </p:nvSpPr>
        <p:spPr>
          <a:xfrm>
            <a:off x="2688748" y="6565779"/>
            <a:ext cx="3502328" cy="293786"/>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490201 w 5136078"/>
              <a:gd name="connsiteY1" fmla="*/ 21617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490201" y="21617"/>
                </a:lnTo>
                <a:lnTo>
                  <a:pt x="5136078" y="261257"/>
                </a:lnTo>
                <a:lnTo>
                  <a:pt x="0" y="261257"/>
                </a:lnTo>
                <a:lnTo>
                  <a:pt x="0" y="0"/>
                </a:lnTo>
                <a:close/>
              </a:path>
            </a:pathLst>
          </a:cu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lumMod val="75000"/>
                    <a:lumOff val="25000"/>
                  </a:schemeClr>
                </a:solidFill>
                <a:effectLst/>
                <a:uLnTx/>
                <a:uFillTx/>
                <a:latin typeface="Montserrat" pitchFamily="2" charset="0"/>
                <a:ea typeface="+mn-ea"/>
                <a:cs typeface="Arial" panose="020B0604020202020204" pitchFamily="34" charset="0"/>
              </a:rPr>
              <a:t>   OPERATE, DEFEND, ATTACK, INFLUENCE, INFORM!</a:t>
            </a:r>
          </a:p>
        </p:txBody>
      </p:sp>
      <p:sp>
        <p:nvSpPr>
          <p:cNvPr id="18" name="Rectangle 24"/>
          <p:cNvSpPr/>
          <p:nvPr userDrawn="1"/>
        </p:nvSpPr>
        <p:spPr>
          <a:xfrm>
            <a:off x="1" y="6528816"/>
            <a:ext cx="2808514" cy="338447"/>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916384" y="5938"/>
                </a:lnTo>
                <a:lnTo>
                  <a:pt x="5136078" y="261257"/>
                </a:lnTo>
                <a:lnTo>
                  <a:pt x="0" y="261257"/>
                </a:lnTo>
                <a:lnTo>
                  <a:pt x="0" y="0"/>
                </a:lnTo>
                <a:close/>
              </a:path>
            </a:pathLst>
          </a:custGeom>
          <a:solidFill>
            <a:srgbClr val="1A563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Montserrat" pitchFamily="2" charset="0"/>
                <a:ea typeface="Verdana" panose="020B0604030504040204" pitchFamily="34" charset="0"/>
                <a:cs typeface="+mn-cs"/>
              </a:rPr>
              <a:t>U.S. ARMY CYBER COMMAND </a:t>
            </a:r>
          </a:p>
        </p:txBody>
      </p:sp>
      <p:pic>
        <p:nvPicPr>
          <p:cNvPr id="19" name="Picture 18"/>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29659" y="6544267"/>
            <a:ext cx="356124" cy="272833"/>
          </a:xfrm>
          <a:prstGeom prst="rect">
            <a:avLst/>
          </a:prstGeom>
          <a:noFill/>
        </p:spPr>
      </p:pic>
      <p:sp>
        <p:nvSpPr>
          <p:cNvPr id="20" name="Shape 119"/>
          <p:cNvSpPr/>
          <p:nvPr userDrawn="1"/>
        </p:nvSpPr>
        <p:spPr>
          <a:xfrm>
            <a:off x="9140168" y="6565779"/>
            <a:ext cx="312586" cy="271869"/>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spAutoFit/>
          </a:bodyPr>
          <a:lstStyle/>
          <a:p>
            <a:pPr>
              <a:spcBef>
                <a:spcPts val="4500"/>
              </a:spcBef>
              <a:defRPr sz="2800">
                <a:solidFill>
                  <a:srgbClr val="797979"/>
                </a:solidFill>
              </a:defRPr>
            </a:pPr>
            <a:fld id="{86CB4B4D-7CA3-9044-876B-883B54F8677D}" type="slidenum">
              <a:rPr sz="1050"/>
              <a:t>‹#›</a:t>
            </a:fld>
            <a:r>
              <a:rPr sz="1050"/>
              <a:t>￼</a:t>
            </a:r>
          </a:p>
        </p:txBody>
      </p:sp>
      <p:pic>
        <p:nvPicPr>
          <p:cNvPr id="2" name="Picture 1" descr="Logo&#10;&#10;Description automatically generated">
            <a:extLst>
              <a:ext uri="{FF2B5EF4-FFF2-40B4-BE49-F238E27FC236}">
                <a16:creationId xmlns:a16="http://schemas.microsoft.com/office/drawing/2014/main" id="{BDE506A4-5BD1-907B-6BD6-0495F88ADE1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9449671" y="6561125"/>
            <a:ext cx="228600" cy="228600"/>
          </a:xfrm>
          <a:prstGeom prst="rect">
            <a:avLst/>
          </a:prstGeom>
        </p:spPr>
      </p:pic>
    </p:spTree>
    <p:extLst>
      <p:ext uri="{BB962C8B-B14F-4D97-AF65-F5344CB8AC3E}">
        <p14:creationId xmlns:p14="http://schemas.microsoft.com/office/powerpoint/2010/main" val="21970160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Rectangle 6"/>
          <p:cNvSpPr/>
          <p:nvPr userDrawn="1"/>
        </p:nvSpPr>
        <p:spPr>
          <a:xfrm>
            <a:off x="5812970" y="290642"/>
            <a:ext cx="3836930" cy="439686"/>
          </a:xfrm>
          <a:custGeom>
            <a:avLst/>
            <a:gdLst>
              <a:gd name="connsiteX0" fmla="*/ 0 w 8695916"/>
              <a:gd name="connsiteY0" fmla="*/ 0 h 583271"/>
              <a:gd name="connsiteX1" fmla="*/ 8695916 w 8695916"/>
              <a:gd name="connsiteY1" fmla="*/ 0 h 583271"/>
              <a:gd name="connsiteX2" fmla="*/ 8695916 w 8695916"/>
              <a:gd name="connsiteY2" fmla="*/ 583271 h 583271"/>
              <a:gd name="connsiteX3" fmla="*/ 0 w 8695916"/>
              <a:gd name="connsiteY3" fmla="*/ 583271 h 583271"/>
              <a:gd name="connsiteX4" fmla="*/ 0 w 8695916"/>
              <a:gd name="connsiteY4" fmla="*/ 0 h 583271"/>
              <a:gd name="connsiteX0" fmla="*/ 0 w 8695916"/>
              <a:gd name="connsiteY0" fmla="*/ 0 h 583271"/>
              <a:gd name="connsiteX1" fmla="*/ 8695916 w 8695916"/>
              <a:gd name="connsiteY1" fmla="*/ 0 h 583271"/>
              <a:gd name="connsiteX2" fmla="*/ 8066524 w 8695916"/>
              <a:gd name="connsiteY2" fmla="*/ 565458 h 583271"/>
              <a:gd name="connsiteX3" fmla="*/ 0 w 8695916"/>
              <a:gd name="connsiteY3" fmla="*/ 583271 h 583271"/>
              <a:gd name="connsiteX4" fmla="*/ 0 w 8695916"/>
              <a:gd name="connsiteY4" fmla="*/ 0 h 583271"/>
              <a:gd name="connsiteX0" fmla="*/ 0 w 8695916"/>
              <a:gd name="connsiteY0" fmla="*/ 0 h 583271"/>
              <a:gd name="connsiteX1" fmla="*/ 8695916 w 8695916"/>
              <a:gd name="connsiteY1" fmla="*/ 0 h 583271"/>
              <a:gd name="connsiteX2" fmla="*/ 7770470 w 8695916"/>
              <a:gd name="connsiteY2" fmla="*/ 541828 h 583271"/>
              <a:gd name="connsiteX3" fmla="*/ 0 w 8695916"/>
              <a:gd name="connsiteY3" fmla="*/ 583271 h 583271"/>
              <a:gd name="connsiteX4" fmla="*/ 0 w 8695916"/>
              <a:gd name="connsiteY4" fmla="*/ 0 h 583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5916" h="583271">
                <a:moveTo>
                  <a:pt x="0" y="0"/>
                </a:moveTo>
                <a:lnTo>
                  <a:pt x="8695916" y="0"/>
                </a:lnTo>
                <a:lnTo>
                  <a:pt x="7770470" y="541828"/>
                </a:lnTo>
                <a:lnTo>
                  <a:pt x="0" y="583271"/>
                </a:lnTo>
                <a:lnTo>
                  <a:pt x="0" y="0"/>
                </a:lnTo>
                <a:close/>
              </a:path>
            </a:pathLst>
          </a:cu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p:nvPr userDrawn="1"/>
        </p:nvSpPr>
        <p:spPr>
          <a:xfrm>
            <a:off x="1" y="215407"/>
            <a:ext cx="8695916" cy="583271"/>
          </a:xfrm>
          <a:custGeom>
            <a:avLst/>
            <a:gdLst>
              <a:gd name="connsiteX0" fmla="*/ 0 w 8695916"/>
              <a:gd name="connsiteY0" fmla="*/ 0 h 583271"/>
              <a:gd name="connsiteX1" fmla="*/ 8695916 w 8695916"/>
              <a:gd name="connsiteY1" fmla="*/ 0 h 583271"/>
              <a:gd name="connsiteX2" fmla="*/ 8695916 w 8695916"/>
              <a:gd name="connsiteY2" fmla="*/ 583271 h 583271"/>
              <a:gd name="connsiteX3" fmla="*/ 0 w 8695916"/>
              <a:gd name="connsiteY3" fmla="*/ 583271 h 583271"/>
              <a:gd name="connsiteX4" fmla="*/ 0 w 8695916"/>
              <a:gd name="connsiteY4" fmla="*/ 0 h 583271"/>
              <a:gd name="connsiteX0" fmla="*/ 0 w 8695916"/>
              <a:gd name="connsiteY0" fmla="*/ 0 h 583271"/>
              <a:gd name="connsiteX1" fmla="*/ 8695916 w 8695916"/>
              <a:gd name="connsiteY1" fmla="*/ 0 h 583271"/>
              <a:gd name="connsiteX2" fmla="*/ 8066524 w 8695916"/>
              <a:gd name="connsiteY2" fmla="*/ 565458 h 583271"/>
              <a:gd name="connsiteX3" fmla="*/ 0 w 8695916"/>
              <a:gd name="connsiteY3" fmla="*/ 583271 h 583271"/>
              <a:gd name="connsiteX4" fmla="*/ 0 w 8695916"/>
              <a:gd name="connsiteY4" fmla="*/ 0 h 583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5916" h="583271">
                <a:moveTo>
                  <a:pt x="0" y="0"/>
                </a:moveTo>
                <a:lnTo>
                  <a:pt x="8695916" y="0"/>
                </a:lnTo>
                <a:lnTo>
                  <a:pt x="8066524" y="565458"/>
                </a:lnTo>
                <a:lnTo>
                  <a:pt x="0" y="583271"/>
                </a:lnTo>
                <a:lnTo>
                  <a:pt x="0" y="0"/>
                </a:lnTo>
                <a:close/>
              </a:path>
            </a:pathLst>
          </a:custGeom>
          <a:solidFill>
            <a:srgbClr val="1A56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24"/>
          <p:cNvSpPr/>
          <p:nvPr userDrawn="1"/>
        </p:nvSpPr>
        <p:spPr>
          <a:xfrm>
            <a:off x="2688748" y="6565779"/>
            <a:ext cx="3502328" cy="293786"/>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490201 w 5136078"/>
              <a:gd name="connsiteY1" fmla="*/ 21617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490201" y="21617"/>
                </a:lnTo>
                <a:lnTo>
                  <a:pt x="5136078" y="261257"/>
                </a:lnTo>
                <a:lnTo>
                  <a:pt x="0" y="261257"/>
                </a:lnTo>
                <a:lnTo>
                  <a:pt x="0" y="0"/>
                </a:lnTo>
                <a:close/>
              </a:path>
            </a:pathLst>
          </a:custGeom>
          <a:solidFill>
            <a:srgbClr val="FFBF3C"/>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lumMod val="75000"/>
                    <a:lumOff val="25000"/>
                  </a:schemeClr>
                </a:solidFill>
                <a:effectLst/>
                <a:uLnTx/>
                <a:uFillTx/>
                <a:latin typeface="Montserrat" pitchFamily="2" charset="0"/>
                <a:ea typeface="+mn-ea"/>
                <a:cs typeface="Arial" panose="020B0604020202020204" pitchFamily="34" charset="0"/>
              </a:rPr>
              <a:t>   ATTACK AND DEFEND – WITH SPEED!</a:t>
            </a:r>
          </a:p>
        </p:txBody>
      </p:sp>
      <p:sp>
        <p:nvSpPr>
          <p:cNvPr id="18" name="Rectangle 24"/>
          <p:cNvSpPr/>
          <p:nvPr userDrawn="1"/>
        </p:nvSpPr>
        <p:spPr>
          <a:xfrm>
            <a:off x="1" y="6528816"/>
            <a:ext cx="2808514" cy="338447"/>
          </a:xfrm>
          <a:custGeom>
            <a:avLst/>
            <a:gdLst>
              <a:gd name="connsiteX0" fmla="*/ 0 w 5136078"/>
              <a:gd name="connsiteY0" fmla="*/ 0 h 261257"/>
              <a:gd name="connsiteX1" fmla="*/ 5136078 w 5136078"/>
              <a:gd name="connsiteY1" fmla="*/ 0 h 261257"/>
              <a:gd name="connsiteX2" fmla="*/ 5136078 w 5136078"/>
              <a:gd name="connsiteY2" fmla="*/ 261257 h 261257"/>
              <a:gd name="connsiteX3" fmla="*/ 0 w 5136078"/>
              <a:gd name="connsiteY3" fmla="*/ 261257 h 261257"/>
              <a:gd name="connsiteX4" fmla="*/ 0 w 5136078"/>
              <a:gd name="connsiteY4" fmla="*/ 0 h 261257"/>
              <a:gd name="connsiteX0" fmla="*/ 0 w 5136078"/>
              <a:gd name="connsiteY0" fmla="*/ 0 h 261257"/>
              <a:gd name="connsiteX1" fmla="*/ 4916384 w 5136078"/>
              <a:gd name="connsiteY1" fmla="*/ 5938 h 261257"/>
              <a:gd name="connsiteX2" fmla="*/ 5136078 w 5136078"/>
              <a:gd name="connsiteY2" fmla="*/ 261257 h 261257"/>
              <a:gd name="connsiteX3" fmla="*/ 0 w 5136078"/>
              <a:gd name="connsiteY3" fmla="*/ 261257 h 261257"/>
              <a:gd name="connsiteX4" fmla="*/ 0 w 5136078"/>
              <a:gd name="connsiteY4" fmla="*/ 0 h 261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078" h="261257">
                <a:moveTo>
                  <a:pt x="0" y="0"/>
                </a:moveTo>
                <a:lnTo>
                  <a:pt x="4916384" y="5938"/>
                </a:lnTo>
                <a:lnTo>
                  <a:pt x="5136078" y="261257"/>
                </a:lnTo>
                <a:lnTo>
                  <a:pt x="0" y="261257"/>
                </a:lnTo>
                <a:lnTo>
                  <a:pt x="0" y="0"/>
                </a:lnTo>
                <a:close/>
              </a:path>
            </a:pathLst>
          </a:custGeom>
          <a:solidFill>
            <a:srgbClr val="1A563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Montserrat" pitchFamily="2" charset="0"/>
                <a:ea typeface="Verdana" panose="020B0604030504040204" pitchFamily="34" charset="0"/>
                <a:cs typeface="+mn-cs"/>
              </a:rPr>
              <a:t>U.S. ARMY CYBER COMMAND </a:t>
            </a:r>
          </a:p>
        </p:txBody>
      </p:sp>
      <p:pic>
        <p:nvPicPr>
          <p:cNvPr id="19" name="Picture 18"/>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29659" y="6544267"/>
            <a:ext cx="356124" cy="272833"/>
          </a:xfrm>
          <a:prstGeom prst="rect">
            <a:avLst/>
          </a:prstGeom>
          <a:noFill/>
        </p:spPr>
      </p:pic>
    </p:spTree>
    <p:extLst>
      <p:ext uri="{BB962C8B-B14F-4D97-AF65-F5344CB8AC3E}">
        <p14:creationId xmlns:p14="http://schemas.microsoft.com/office/powerpoint/2010/main" val="1400202241"/>
      </p:ext>
    </p:extLst>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image" Target="../media/image26.svg"/><Relationship Id="rId3" Type="http://schemas.openxmlformats.org/officeDocument/2006/relationships/image" Target="../media/image16.emf"/><Relationship Id="rId7" Type="http://schemas.openxmlformats.org/officeDocument/2006/relationships/image" Target="../media/image20.emf"/><Relationship Id="rId12" Type="http://schemas.openxmlformats.org/officeDocument/2006/relationships/image" Target="../media/image25.sv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9.emf"/><Relationship Id="rId11" Type="http://schemas.openxmlformats.org/officeDocument/2006/relationships/image" Target="../media/image24.svg"/><Relationship Id="rId5" Type="http://schemas.openxmlformats.org/officeDocument/2006/relationships/image" Target="../media/image18.emf"/><Relationship Id="rId10" Type="http://schemas.openxmlformats.org/officeDocument/2006/relationships/image" Target="../media/image23.svg"/><Relationship Id="rId4" Type="http://schemas.openxmlformats.org/officeDocument/2006/relationships/image" Target="../media/image17.emf"/><Relationship Id="rId9" Type="http://schemas.openxmlformats.org/officeDocument/2006/relationships/image" Target="../media/image22.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C8628A-0A2B-075D-C45B-A380B130454B}"/>
              </a:ext>
            </a:extLst>
          </p:cNvPr>
          <p:cNvSpPr>
            <a:spLocks noGrp="1"/>
          </p:cNvSpPr>
          <p:nvPr>
            <p:ph type="body" sz="quarter" idx="12"/>
          </p:nvPr>
        </p:nvSpPr>
        <p:spPr/>
        <p:txBody>
          <a:bodyPr/>
          <a:lstStyle/>
          <a:p>
            <a:r>
              <a:rPr lang="en-US">
                <a:solidFill>
                  <a:srgbClr val="7030A0"/>
                </a:solidFill>
              </a:rPr>
              <a:t>UNCLASSIFIED</a:t>
            </a:r>
          </a:p>
        </p:txBody>
      </p:sp>
      <p:pic>
        <p:nvPicPr>
          <p:cNvPr id="4" name="Picture 3" descr="A picture containing logo&#10;&#10;AI-generated content may be incorrect.">
            <a:extLst>
              <a:ext uri="{FF2B5EF4-FFF2-40B4-BE49-F238E27FC236}">
                <a16:creationId xmlns:a16="http://schemas.microsoft.com/office/drawing/2014/main" id="{1E2AC105-E73C-2A99-003F-72CF1128AD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7843" y="3238479"/>
            <a:ext cx="3007513" cy="2845404"/>
          </a:xfrm>
          <a:prstGeom prst="rect">
            <a:avLst/>
          </a:prstGeom>
        </p:spPr>
      </p:pic>
      <p:sp>
        <p:nvSpPr>
          <p:cNvPr id="7" name="Text Placeholder 2">
            <a:extLst>
              <a:ext uri="{FF2B5EF4-FFF2-40B4-BE49-F238E27FC236}">
                <a16:creationId xmlns:a16="http://schemas.microsoft.com/office/drawing/2014/main" id="{8A210F4F-0444-7AB9-ACB2-5B1CBF2FDFF4}"/>
              </a:ext>
            </a:extLst>
          </p:cNvPr>
          <p:cNvSpPr>
            <a:spLocks noGrp="1"/>
          </p:cNvSpPr>
          <p:nvPr>
            <p:ph type="body" sz="quarter" idx="11"/>
          </p:nvPr>
        </p:nvSpPr>
        <p:spPr>
          <a:xfrm>
            <a:off x="856488" y="1716116"/>
            <a:ext cx="6941515" cy="558911"/>
          </a:xfrm>
        </p:spPr>
        <p:txBody>
          <a:bodyPr lIns="91440" tIns="45720" rIns="91440" bIns="45720" anchor="t"/>
          <a:lstStyle/>
          <a:p>
            <a:r>
              <a:rPr lang="en-US">
                <a:latin typeface="Montserrat Black"/>
              </a:rPr>
              <a:t>ECHOTRIBBLE</a:t>
            </a:r>
          </a:p>
          <a:p>
            <a:r>
              <a:rPr lang="en-US" sz="2000">
                <a:latin typeface="Montserrat Black"/>
              </a:rPr>
              <a:t>Collaboration Event</a:t>
            </a:r>
          </a:p>
          <a:p>
            <a:endParaRPr lang="en-US" sz="2000"/>
          </a:p>
          <a:p>
            <a:pPr>
              <a:spcBef>
                <a:spcPts val="0"/>
              </a:spcBef>
            </a:pPr>
            <a:r>
              <a:rPr lang="en-US" sz="2000">
                <a:latin typeface="Montserrat Black"/>
              </a:rPr>
              <a:t>24 June 2026</a:t>
            </a:r>
          </a:p>
          <a:p>
            <a:endParaRPr lang="en-US">
              <a:latin typeface="Montserrat Black"/>
            </a:endParaRPr>
          </a:p>
          <a:p>
            <a:endParaRPr lang="en-US"/>
          </a:p>
        </p:txBody>
      </p:sp>
    </p:spTree>
    <p:extLst>
      <p:ext uri="{BB962C8B-B14F-4D97-AF65-F5344CB8AC3E}">
        <p14:creationId xmlns:p14="http://schemas.microsoft.com/office/powerpoint/2010/main" val="3515731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9CE748-02FA-1900-1B61-AAAA1AEF45B9}"/>
              </a:ext>
            </a:extLst>
          </p:cNvPr>
          <p:cNvSpPr>
            <a:spLocks noGrp="1"/>
          </p:cNvSpPr>
          <p:nvPr>
            <p:ph type="body" sz="quarter" idx="15"/>
          </p:nvPr>
        </p:nvSpPr>
        <p:spPr>
          <a:xfrm>
            <a:off x="4900246" y="1084830"/>
            <a:ext cx="6905472" cy="5183107"/>
          </a:xfrm>
        </p:spPr>
        <p:txBody>
          <a:bodyPr lIns="91440" tIns="45720" rIns="91440" bIns="45720" anchor="t"/>
          <a:lstStyle/>
          <a:p>
            <a:pPr>
              <a:lnSpc>
                <a:spcPct val="200000"/>
              </a:lnSpc>
            </a:pPr>
            <a:r>
              <a:rPr lang="en-US" b="1">
                <a:latin typeface=" Arial" panose="02020603050405020304"/>
              </a:rPr>
              <a:t>Project Overview</a:t>
            </a:r>
          </a:p>
          <a:p>
            <a:pPr>
              <a:lnSpc>
                <a:spcPct val="200000"/>
              </a:lnSpc>
            </a:pPr>
            <a:r>
              <a:rPr lang="en-US" b="1">
                <a:latin typeface=" Arial" panose="02020603050405020304"/>
              </a:rPr>
              <a:t>Architecture &amp; Core Capabilities</a:t>
            </a:r>
          </a:p>
          <a:p>
            <a:pPr>
              <a:lnSpc>
                <a:spcPct val="200000"/>
              </a:lnSpc>
            </a:pPr>
            <a:r>
              <a:rPr lang="en-US" b="1">
                <a:latin typeface=" Arial" panose="02020603050405020304"/>
              </a:rPr>
              <a:t>RFP Overview</a:t>
            </a:r>
            <a:r>
              <a:rPr lang="en-US">
                <a:latin typeface=" Arial" panose="02020603050405020304"/>
              </a:rPr>
              <a:t> </a:t>
            </a:r>
          </a:p>
          <a:p>
            <a:pPr>
              <a:lnSpc>
                <a:spcPct val="200000"/>
              </a:lnSpc>
            </a:pPr>
            <a:r>
              <a:rPr lang="en-US" b="1">
                <a:latin typeface=" Arial" panose="02020603050405020304"/>
              </a:rPr>
              <a:t>Evaluation Criteria</a:t>
            </a:r>
          </a:p>
          <a:p>
            <a:pPr>
              <a:lnSpc>
                <a:spcPct val="200000"/>
              </a:lnSpc>
            </a:pPr>
            <a:r>
              <a:rPr lang="en-US" b="1">
                <a:latin typeface=" Arial" panose="02020603050405020304"/>
              </a:rPr>
              <a:t>Q&amp;A Next Steps</a:t>
            </a:r>
          </a:p>
        </p:txBody>
      </p:sp>
      <p:sp>
        <p:nvSpPr>
          <p:cNvPr id="2" name="Text Placeholder 1">
            <a:extLst>
              <a:ext uri="{FF2B5EF4-FFF2-40B4-BE49-F238E27FC236}">
                <a16:creationId xmlns:a16="http://schemas.microsoft.com/office/drawing/2014/main" id="{98A88651-BCC0-C411-E13A-43501ABB6594}"/>
              </a:ext>
            </a:extLst>
          </p:cNvPr>
          <p:cNvSpPr>
            <a:spLocks noGrp="1"/>
          </p:cNvSpPr>
          <p:nvPr>
            <p:ph type="body" sz="quarter" idx="11"/>
          </p:nvPr>
        </p:nvSpPr>
        <p:spPr/>
        <p:txBody>
          <a:bodyPr/>
          <a:lstStyle/>
          <a:p>
            <a:r>
              <a:rPr lang="en-US"/>
              <a:t>UNCLASSIFIED</a:t>
            </a:r>
          </a:p>
        </p:txBody>
      </p:sp>
      <p:sp>
        <p:nvSpPr>
          <p:cNvPr id="4" name="Text Placeholder 3">
            <a:extLst>
              <a:ext uri="{FF2B5EF4-FFF2-40B4-BE49-F238E27FC236}">
                <a16:creationId xmlns:a16="http://schemas.microsoft.com/office/drawing/2014/main" id="{50998991-03FC-FEF7-55A1-375E135336FB}"/>
              </a:ext>
            </a:extLst>
          </p:cNvPr>
          <p:cNvSpPr>
            <a:spLocks noGrp="1"/>
          </p:cNvSpPr>
          <p:nvPr>
            <p:ph type="body" sz="quarter" idx="16"/>
          </p:nvPr>
        </p:nvSpPr>
        <p:spPr/>
        <p:txBody>
          <a:bodyPr>
            <a:normAutofit fontScale="25000" lnSpcReduction="20000"/>
          </a:bodyPr>
          <a:lstStyle/>
          <a:p>
            <a:r>
              <a:rPr lang="en-US" sz="3200"/>
              <a:t>UNCLASSIFIED</a:t>
            </a:r>
            <a:endParaRPr lang="en-US" sz="2800" b="1" kern="0">
              <a:latin typeface="Arial Black"/>
            </a:endParaRPr>
          </a:p>
        </p:txBody>
      </p:sp>
      <p:sp>
        <p:nvSpPr>
          <p:cNvPr id="5" name="Text Placeholder 4">
            <a:extLst>
              <a:ext uri="{FF2B5EF4-FFF2-40B4-BE49-F238E27FC236}">
                <a16:creationId xmlns:a16="http://schemas.microsoft.com/office/drawing/2014/main" id="{C4541A8B-F02F-8DF3-994F-54E231550C05}"/>
              </a:ext>
            </a:extLst>
          </p:cNvPr>
          <p:cNvSpPr>
            <a:spLocks noGrp="1"/>
          </p:cNvSpPr>
          <p:nvPr>
            <p:ph type="body" sz="quarter" idx="17"/>
          </p:nvPr>
        </p:nvSpPr>
        <p:spPr/>
        <p:txBody>
          <a:bodyPr/>
          <a:lstStyle/>
          <a:p>
            <a:r>
              <a:rPr lang="en-US" sz="2800" b="1">
                <a:latin typeface=" Arial" panose="02020603050405020304"/>
              </a:rPr>
              <a:t>Agenda</a:t>
            </a:r>
          </a:p>
        </p:txBody>
      </p:sp>
      <p:pic>
        <p:nvPicPr>
          <p:cNvPr id="11" name="Picture 10" descr="A picture containing logo&#10;&#10;AI-generated content may be incorrect.">
            <a:extLst>
              <a:ext uri="{FF2B5EF4-FFF2-40B4-BE49-F238E27FC236}">
                <a16:creationId xmlns:a16="http://schemas.microsoft.com/office/drawing/2014/main" id="{36CABD21-4182-EA2E-B8AD-32143EBEF5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282" y="1691466"/>
            <a:ext cx="4250698" cy="4021580"/>
          </a:xfrm>
          <a:prstGeom prst="rect">
            <a:avLst/>
          </a:prstGeom>
        </p:spPr>
      </p:pic>
      <p:sp>
        <p:nvSpPr>
          <p:cNvPr id="6" name="Rectangle 5">
            <a:extLst>
              <a:ext uri="{FF2B5EF4-FFF2-40B4-BE49-F238E27FC236}">
                <a16:creationId xmlns:a16="http://schemas.microsoft.com/office/drawing/2014/main" id="{92E3AC50-327D-6EC0-492E-87D90816696E}"/>
              </a:ext>
            </a:extLst>
          </p:cNvPr>
          <p:cNvSpPr/>
          <p:nvPr/>
        </p:nvSpPr>
        <p:spPr>
          <a:xfrm>
            <a:off x="9153525" y="6593228"/>
            <a:ext cx="209550" cy="188412"/>
          </a:xfrm>
          <a:prstGeom prst="rect">
            <a:avLst/>
          </a:prstGeom>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6779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4" descr="A circuit board with a lock and lines&#10;&#10;Description automatically generated"/>
          <p:cNvPicPr preferRelativeResize="0">
            <a:picLocks noGrp="1"/>
          </p:cNvPicPr>
          <p:nvPr>
            <p:ph type="pic" idx="2"/>
          </p:nvPr>
        </p:nvPicPr>
        <p:blipFill rotWithShape="1">
          <a:blip r:embed="rId3">
            <a:alphaModFix/>
          </a:blip>
          <a:srcRect l="23979" r="23250"/>
          <a:stretch>
            <a:fillRect/>
          </a:stretch>
        </p:blipFill>
        <p:spPr>
          <a:xfrm>
            <a:off x="-1" y="0"/>
            <a:ext cx="5591178" cy="5562600"/>
          </a:xfrm>
          <a:prstGeom prst="rect">
            <a:avLst/>
          </a:prstGeom>
          <a:blipFill rotWithShape="1">
            <a:blip r:embed="rId4">
              <a:alphaModFix/>
            </a:blip>
            <a:tile tx="0" ty="0" sx="100000" sy="100000" flip="none" algn="tl"/>
          </a:blipFill>
          <a:ln>
            <a:noFill/>
          </a:ln>
        </p:spPr>
      </p:pic>
      <p:sp>
        <p:nvSpPr>
          <p:cNvPr id="399" name="Google Shape;399;p4"/>
          <p:cNvSpPr/>
          <p:nvPr/>
        </p:nvSpPr>
        <p:spPr>
          <a:xfrm>
            <a:off x="-1" y="0"/>
            <a:ext cx="5591175" cy="5562600"/>
          </a:xfrm>
          <a:prstGeom prst="rect">
            <a:avLst/>
          </a:prstGeom>
          <a:gradFill>
            <a:gsLst>
              <a:gs pos="0">
                <a:srgbClr val="1A5632">
                  <a:alpha val="45882"/>
                </a:srgbClr>
              </a:gs>
              <a:gs pos="71000">
                <a:schemeClr val="dk2"/>
              </a:gs>
              <a:gs pos="100000">
                <a:schemeClr val="dk2"/>
              </a:gs>
            </a:gsLst>
            <a:lin ang="108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400" name="Google Shape;400;p4"/>
          <p:cNvSpPr txBox="1"/>
          <p:nvPr/>
        </p:nvSpPr>
        <p:spPr>
          <a:xfrm>
            <a:off x="256863" y="3595685"/>
            <a:ext cx="4896474" cy="1200288"/>
          </a:xfrm>
          <a:prstGeom prst="rect">
            <a:avLst/>
          </a:prstGeom>
          <a:noFill/>
          <a:ln>
            <a:noFill/>
          </a:ln>
        </p:spPr>
        <p:txBody>
          <a:bodyPr spcFirstLastPara="1" wrap="square" lIns="91425" tIns="45700" rIns="91425" bIns="45700" anchor="t" anchorCtr="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FFBF3C"/>
                </a:solidFill>
                <a:effectLst/>
                <a:uLnTx/>
                <a:uFillTx/>
                <a:latin typeface="Arial"/>
                <a:ea typeface="Arial"/>
                <a:cs typeface="Arial"/>
                <a:sym typeface="Arial"/>
              </a:rPr>
              <a:t>WHY: </a:t>
            </a:r>
            <a:r>
              <a:rPr kumimoji="0" lang="en-US" sz="2400" b="1" i="0" u="none" strike="noStrike" kern="0" cap="none" spc="0" normalizeH="0" baseline="0" noProof="0">
                <a:ln>
                  <a:noFill/>
                </a:ln>
                <a:solidFill>
                  <a:srgbClr val="FFFFFF"/>
                </a:solidFill>
                <a:effectLst/>
                <a:uLnTx/>
                <a:uFillTx/>
                <a:latin typeface="Arial"/>
                <a:ea typeface="Arial"/>
                <a:cs typeface="Arial"/>
                <a:sym typeface="Arial"/>
              </a:rPr>
              <a:t>ARCYBER lacks a framework for  command and control (C2) for AI agents </a:t>
            </a: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2" name="Google Shape;402;p4"/>
          <p:cNvSpPr txBox="1">
            <a:spLocks noGrp="1"/>
          </p:cNvSpPr>
          <p:nvPr>
            <p:ph type="title"/>
          </p:nvPr>
        </p:nvSpPr>
        <p:spPr>
          <a:xfrm>
            <a:off x="256863" y="996780"/>
            <a:ext cx="4896474" cy="832104"/>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1"/>
              </a:buClr>
              <a:buSzPts val="3900"/>
              <a:buFont typeface="Arial Black"/>
              <a:buNone/>
            </a:pPr>
            <a:r>
              <a:rPr lang="en-US" sz="4400">
                <a:solidFill>
                  <a:schemeClr val="lt1"/>
                </a:solidFill>
                <a:latin typeface="Arial Black"/>
                <a:ea typeface="Arial Black"/>
                <a:cs typeface="Arial Black"/>
                <a:sym typeface="Arial Black"/>
              </a:rPr>
              <a:t>BACKGROUND</a:t>
            </a:r>
            <a:endParaRPr sz="4400">
              <a:solidFill>
                <a:schemeClr val="lt2"/>
              </a:solidFill>
              <a:latin typeface="Arial Black"/>
              <a:ea typeface="Arial Black"/>
              <a:cs typeface="Arial Black"/>
              <a:sym typeface="Arial Black"/>
            </a:endParaRPr>
          </a:p>
        </p:txBody>
      </p:sp>
      <p:sp>
        <p:nvSpPr>
          <p:cNvPr id="404" name="Google Shape;404;p4"/>
          <p:cNvSpPr txBox="1"/>
          <p:nvPr/>
        </p:nvSpPr>
        <p:spPr>
          <a:xfrm>
            <a:off x="256863" y="576508"/>
            <a:ext cx="3505515"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a:ln>
                  <a:noFill/>
                </a:ln>
                <a:solidFill>
                  <a:srgbClr val="FFBF3C"/>
                </a:solidFill>
                <a:effectLst/>
                <a:uLnTx/>
                <a:uFillTx/>
                <a:latin typeface="Arial"/>
                <a:ea typeface="Arial"/>
                <a:cs typeface="Arial"/>
                <a:sym typeface="Arial"/>
              </a:rPr>
              <a:t>ECHOTRIBBLE </a:t>
            </a:r>
            <a:endParaRPr kumimoji="0" sz="3600" b="0" i="0" u="none" strike="noStrike" kern="0" cap="none" spc="0" normalizeH="0" baseline="0" noProof="0">
              <a:ln>
                <a:noFill/>
              </a:ln>
              <a:solidFill>
                <a:srgbClr val="FFBF3C"/>
              </a:solidFill>
              <a:effectLst/>
              <a:uLnTx/>
              <a:uFillTx/>
              <a:latin typeface="Montserrat"/>
              <a:ea typeface="Montserrat"/>
              <a:cs typeface="Montserrat"/>
              <a:sym typeface="Montserrat"/>
            </a:endParaRPr>
          </a:p>
        </p:txBody>
      </p:sp>
      <p:sp>
        <p:nvSpPr>
          <p:cNvPr id="405" name="Google Shape;405;p4"/>
          <p:cNvSpPr txBox="1"/>
          <p:nvPr/>
        </p:nvSpPr>
        <p:spPr>
          <a:xfrm>
            <a:off x="5637910" y="819172"/>
            <a:ext cx="6554090" cy="304694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2F2F2F"/>
              </a:buClr>
              <a:buSzPts val="1750"/>
              <a:buFontTx/>
              <a:buNone/>
              <a:tabLst/>
              <a:defRPr/>
            </a:pPr>
            <a:r>
              <a:rPr kumimoji="0" lang="en-US" sz="2400" b="0" i="0" u="none" strike="noStrike" kern="1200" cap="none" normalizeH="0" baseline="0" noProof="0">
                <a:ln>
                  <a:noFill/>
                </a:ln>
                <a:solidFill>
                  <a:srgbClr val="2F2F2F"/>
                </a:solidFill>
                <a:effectLst/>
                <a:uLnTx/>
                <a:uFillTx/>
                <a:latin typeface=" Arial"/>
                <a:ea typeface="+mn-ea"/>
                <a:cs typeface="+mn-cs"/>
              </a:rPr>
              <a:t>Maintaining command and control of cyber capabilities and capability placement is a complex and time-consuming process.  </a:t>
            </a:r>
          </a:p>
          <a:p>
            <a:pPr marL="0" marR="0" lvl="0" indent="0" algn="l" defTabSz="914400" rtl="0" eaLnBrk="1" fontAlgn="auto" latinLnBrk="0" hangingPunct="1">
              <a:lnSpc>
                <a:spcPct val="100000"/>
              </a:lnSpc>
              <a:spcBef>
                <a:spcPts val="0"/>
              </a:spcBef>
              <a:spcAft>
                <a:spcPts val="0"/>
              </a:spcAft>
              <a:buClr>
                <a:srgbClr val="2F2F2F"/>
              </a:buClr>
              <a:buSzPts val="1750"/>
              <a:buFontTx/>
              <a:buNone/>
              <a:tabLst/>
              <a:defRPr/>
            </a:pPr>
            <a:r>
              <a:rPr kumimoji="0" lang="en-US" sz="2400" b="0" i="0" u="none" strike="noStrike" kern="1200" cap="none" normalizeH="0" baseline="0" noProof="0">
                <a:ln>
                  <a:noFill/>
                </a:ln>
                <a:solidFill>
                  <a:srgbClr val="2F2F2F"/>
                </a:solidFill>
                <a:effectLst/>
                <a:uLnTx/>
                <a:uFillTx/>
                <a:latin typeface=" Arial"/>
                <a:ea typeface="+mn-ea"/>
                <a:cs typeface="+mn-cs"/>
              </a:rPr>
              <a:t>Software updates, software rollbacks, network connectivity, OS changes, other 3</a:t>
            </a:r>
            <a:r>
              <a:rPr kumimoji="0" lang="en-US" sz="2400" b="0" i="0" u="none" strike="noStrike" kern="1200" cap="none" normalizeH="0" baseline="30000" noProof="0">
                <a:ln>
                  <a:noFill/>
                </a:ln>
                <a:solidFill>
                  <a:srgbClr val="2F2F2F"/>
                </a:solidFill>
                <a:effectLst/>
                <a:uLnTx/>
                <a:uFillTx/>
                <a:latin typeface=" Arial"/>
                <a:ea typeface="+mn-ea"/>
                <a:cs typeface="+mn-cs"/>
              </a:rPr>
              <a:t>rd</a:t>
            </a:r>
            <a:r>
              <a:rPr kumimoji="0" lang="en-US" sz="2400" b="0" i="0" u="none" strike="noStrike" kern="1200" cap="none" normalizeH="0" baseline="0" noProof="0">
                <a:ln>
                  <a:noFill/>
                </a:ln>
                <a:solidFill>
                  <a:srgbClr val="2F2F2F"/>
                </a:solidFill>
                <a:effectLst/>
                <a:uLnTx/>
                <a:uFillTx/>
                <a:latin typeface=" Arial"/>
                <a:ea typeface="+mn-ea"/>
                <a:cs typeface="+mn-cs"/>
              </a:rPr>
              <a:t> party binaries, etc. all impact the effectiveness and lifespan of cyber capabilities. </a:t>
            </a:r>
            <a:endParaRPr kumimoji="0" lang="en-US" sz="2400" b="0" i="0" u="none" strike="noStrike" kern="0" cap="none" normalizeH="0" baseline="0" noProof="0">
              <a:ln>
                <a:noFill/>
              </a:ln>
              <a:solidFill>
                <a:srgbClr val="2F2F2F"/>
              </a:solidFill>
              <a:effectLst/>
              <a:uLnTx/>
              <a:uFillTx/>
              <a:latin typeface=" Arial"/>
              <a:ea typeface="+mn-ea"/>
              <a:cs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normalizeH="0" baseline="0" noProof="0">
              <a:ln>
                <a:noFill/>
              </a:ln>
              <a:solidFill>
                <a:srgbClr val="2F2F2F"/>
              </a:solidFill>
              <a:effectLst/>
              <a:uLnTx/>
              <a:uFillTx/>
              <a:latin typeface="Montserrat"/>
              <a:ea typeface="Montserrat"/>
              <a:cs typeface="Montserrat"/>
              <a:sym typeface="Montserrat"/>
            </a:endParaRPr>
          </a:p>
        </p:txBody>
      </p:sp>
      <p:pic>
        <p:nvPicPr>
          <p:cNvPr id="6" name="Picture 5" descr="A picture containing logo&#10;&#10;AI-generated content may be incorrect.">
            <a:extLst>
              <a:ext uri="{FF2B5EF4-FFF2-40B4-BE49-F238E27FC236}">
                <a16:creationId xmlns:a16="http://schemas.microsoft.com/office/drawing/2014/main" id="{1A4B368E-812B-7AC6-17C6-44EA7888F7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21504" y="72001"/>
            <a:ext cx="712733" cy="674316"/>
          </a:xfrm>
          <a:prstGeom prst="rect">
            <a:avLst/>
          </a:prstGeom>
        </p:spPr>
      </p:pic>
      <p:pic>
        <p:nvPicPr>
          <p:cNvPr id="4" name="Picture 3">
            <a:extLst>
              <a:ext uri="{FF2B5EF4-FFF2-40B4-BE49-F238E27FC236}">
                <a16:creationId xmlns:a16="http://schemas.microsoft.com/office/drawing/2014/main" id="{65DA2CF5-E325-66A2-BB50-197B951C43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05395" y="3466046"/>
            <a:ext cx="6328841" cy="31225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E5A6BE-D368-AE27-9FC5-06F252F08DCA}"/>
              </a:ext>
            </a:extLst>
          </p:cNvPr>
          <p:cNvSpPr>
            <a:spLocks noGrp="1"/>
          </p:cNvSpPr>
          <p:nvPr>
            <p:ph type="title"/>
          </p:nvPr>
        </p:nvSpPr>
        <p:spPr>
          <a:xfrm>
            <a:off x="196215" y="81270"/>
            <a:ext cx="5624328" cy="832104"/>
          </a:xfrm>
        </p:spPr>
        <p:txBody>
          <a:bodyPr/>
          <a:lstStyle/>
          <a:p>
            <a:r>
              <a:rPr lang="en-US" sz="2800">
                <a:solidFill>
                  <a:schemeClr val="bg1"/>
                </a:solidFill>
                <a:latin typeface=" Arial"/>
              </a:rPr>
              <a:t>Network Scenario</a:t>
            </a:r>
          </a:p>
        </p:txBody>
      </p:sp>
      <p:grpSp>
        <p:nvGrpSpPr>
          <p:cNvPr id="21" name="Group 20">
            <a:extLst>
              <a:ext uri="{FF2B5EF4-FFF2-40B4-BE49-F238E27FC236}">
                <a16:creationId xmlns:a16="http://schemas.microsoft.com/office/drawing/2014/main" id="{4C56740E-E532-7087-F7AC-BF99C6914B19}"/>
              </a:ext>
            </a:extLst>
          </p:cNvPr>
          <p:cNvGrpSpPr/>
          <p:nvPr/>
        </p:nvGrpSpPr>
        <p:grpSpPr>
          <a:xfrm>
            <a:off x="82897" y="818124"/>
            <a:ext cx="11952330" cy="5863356"/>
            <a:chOff x="235297" y="1265192"/>
            <a:chExt cx="10270607" cy="5038367"/>
          </a:xfrm>
        </p:grpSpPr>
        <p:cxnSp>
          <p:nvCxnSpPr>
            <p:cNvPr id="55" name="Straight Connector 54">
              <a:extLst>
                <a:ext uri="{FF2B5EF4-FFF2-40B4-BE49-F238E27FC236}">
                  <a16:creationId xmlns:a16="http://schemas.microsoft.com/office/drawing/2014/main" id="{59B106AF-5386-4058-22EE-65CCE45E689D}"/>
                </a:ext>
              </a:extLst>
            </p:cNvPr>
            <p:cNvCxnSpPr/>
            <p:nvPr/>
          </p:nvCxnSpPr>
          <p:spPr>
            <a:xfrm>
              <a:off x="7484533" y="3543062"/>
              <a:ext cx="1786467" cy="21126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FC4CF5-3B46-E0BE-E222-DC818D949340}"/>
                </a:ext>
              </a:extLst>
            </p:cNvPr>
            <p:cNvCxnSpPr/>
            <p:nvPr/>
          </p:nvCxnSpPr>
          <p:spPr>
            <a:xfrm>
              <a:off x="7603067" y="3543062"/>
              <a:ext cx="1667933" cy="9273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91F16C8-1CE4-624E-068D-FB29F766DB72}"/>
                </a:ext>
              </a:extLst>
            </p:cNvPr>
            <p:cNvCxnSpPr/>
            <p:nvPr/>
          </p:nvCxnSpPr>
          <p:spPr>
            <a:xfrm flipV="1">
              <a:off x="7543800" y="3358396"/>
              <a:ext cx="1430867" cy="1229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673E451-255A-E65F-B5F6-DAE01BE57EC5}"/>
                </a:ext>
              </a:extLst>
            </p:cNvPr>
            <p:cNvCxnSpPr/>
            <p:nvPr/>
          </p:nvCxnSpPr>
          <p:spPr>
            <a:xfrm flipV="1">
              <a:off x="7332133" y="2202452"/>
              <a:ext cx="1778000" cy="10656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B3CBB26-1121-C9F0-C3C7-5B212424989B}"/>
                </a:ext>
              </a:extLst>
            </p:cNvPr>
            <p:cNvCxnSpPr/>
            <p:nvPr/>
          </p:nvCxnSpPr>
          <p:spPr>
            <a:xfrm flipV="1">
              <a:off x="3869267" y="2118473"/>
              <a:ext cx="524933" cy="832104"/>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6B7A7C-816E-768E-179B-6F21D0B8C180}"/>
                </a:ext>
              </a:extLst>
            </p:cNvPr>
            <p:cNvPicPr>
              <a:picLocks noChangeAspect="1"/>
            </p:cNvPicPr>
            <p:nvPr/>
          </p:nvPicPr>
          <p:blipFill>
            <a:blip r:embed="rId3"/>
            <a:stretch>
              <a:fillRect/>
            </a:stretch>
          </p:blipFill>
          <p:spPr>
            <a:xfrm>
              <a:off x="235297" y="2564844"/>
              <a:ext cx="1958808" cy="1499712"/>
            </a:xfrm>
            <a:prstGeom prst="rect">
              <a:avLst/>
            </a:prstGeom>
          </p:spPr>
        </p:pic>
        <p:sp>
          <p:nvSpPr>
            <p:cNvPr id="14" name="TextBox 13">
              <a:extLst>
                <a:ext uri="{FF2B5EF4-FFF2-40B4-BE49-F238E27FC236}">
                  <a16:creationId xmlns:a16="http://schemas.microsoft.com/office/drawing/2014/main" id="{1B96872F-51ED-A7C2-57BE-FEB6E2B06593}"/>
                </a:ext>
              </a:extLst>
            </p:cNvPr>
            <p:cNvSpPr txBox="1"/>
            <p:nvPr/>
          </p:nvSpPr>
          <p:spPr>
            <a:xfrm>
              <a:off x="717226" y="3173730"/>
              <a:ext cx="9669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 Arial" panose="02020603050405020304"/>
                  <a:ea typeface="+mn-ea"/>
                  <a:cs typeface="+mn-cs"/>
                </a:rPr>
                <a:t>Internet</a:t>
              </a:r>
            </a:p>
          </p:txBody>
        </p:sp>
        <p:grpSp>
          <p:nvGrpSpPr>
            <p:cNvPr id="17" name="Group 16">
              <a:extLst>
                <a:ext uri="{FF2B5EF4-FFF2-40B4-BE49-F238E27FC236}">
                  <a16:creationId xmlns:a16="http://schemas.microsoft.com/office/drawing/2014/main" id="{5C6C4D4F-FABB-FC82-DD8A-B84A229D35A1}"/>
                </a:ext>
              </a:extLst>
            </p:cNvPr>
            <p:cNvGrpSpPr/>
            <p:nvPr/>
          </p:nvGrpSpPr>
          <p:grpSpPr>
            <a:xfrm>
              <a:off x="2443368" y="1364252"/>
              <a:ext cx="624840" cy="1101734"/>
              <a:chOff x="2443368" y="1364252"/>
              <a:chExt cx="624840" cy="1101734"/>
            </a:xfrm>
          </p:grpSpPr>
          <p:pic>
            <p:nvPicPr>
              <p:cNvPr id="3" name="Picture 2">
                <a:extLst>
                  <a:ext uri="{FF2B5EF4-FFF2-40B4-BE49-F238E27FC236}">
                    <a16:creationId xmlns:a16="http://schemas.microsoft.com/office/drawing/2014/main" id="{649C91A9-D9CD-5F50-5E3A-C189DF6F6F18}"/>
                  </a:ext>
                </a:extLst>
              </p:cNvPr>
              <p:cNvPicPr>
                <a:picLocks noChangeAspect="1"/>
              </p:cNvPicPr>
              <p:nvPr/>
            </p:nvPicPr>
            <p:blipFill>
              <a:blip r:embed="rId4"/>
              <a:stretch>
                <a:fillRect/>
              </a:stretch>
            </p:blipFill>
            <p:spPr>
              <a:xfrm>
                <a:off x="2443368" y="1364252"/>
                <a:ext cx="624840" cy="838200"/>
              </a:xfrm>
              <a:prstGeom prst="rect">
                <a:avLst/>
              </a:prstGeom>
            </p:spPr>
          </p:pic>
          <p:sp>
            <p:nvSpPr>
              <p:cNvPr id="15" name="TextBox 14">
                <a:extLst>
                  <a:ext uri="{FF2B5EF4-FFF2-40B4-BE49-F238E27FC236}">
                    <a16:creationId xmlns:a16="http://schemas.microsoft.com/office/drawing/2014/main" id="{52EF6620-4915-706F-8C15-89BAEBA65B4E}"/>
                  </a:ext>
                </a:extLst>
              </p:cNvPr>
              <p:cNvSpPr txBox="1"/>
              <p:nvPr/>
            </p:nvSpPr>
            <p:spPr>
              <a:xfrm>
                <a:off x="2443368" y="2158209"/>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iPad</a:t>
                </a:r>
              </a:p>
            </p:txBody>
          </p:sp>
        </p:grpSp>
        <p:grpSp>
          <p:nvGrpSpPr>
            <p:cNvPr id="18" name="Group 17">
              <a:extLst>
                <a:ext uri="{FF2B5EF4-FFF2-40B4-BE49-F238E27FC236}">
                  <a16:creationId xmlns:a16="http://schemas.microsoft.com/office/drawing/2014/main" id="{7BC1BF90-71E2-374D-0A6F-BBDBE57E8A1F}"/>
                </a:ext>
              </a:extLst>
            </p:cNvPr>
            <p:cNvGrpSpPr/>
            <p:nvPr/>
          </p:nvGrpSpPr>
          <p:grpSpPr>
            <a:xfrm>
              <a:off x="4015201" y="1265192"/>
              <a:ext cx="967740" cy="1200794"/>
              <a:chOff x="4015201" y="1265192"/>
              <a:chExt cx="967740" cy="1200794"/>
            </a:xfrm>
          </p:grpSpPr>
          <p:pic>
            <p:nvPicPr>
              <p:cNvPr id="64" name="Picture 63">
                <a:extLst>
                  <a:ext uri="{FF2B5EF4-FFF2-40B4-BE49-F238E27FC236}">
                    <a16:creationId xmlns:a16="http://schemas.microsoft.com/office/drawing/2014/main" id="{31B8AE0C-6E63-876E-AED6-51E796FF71FD}"/>
                  </a:ext>
                </a:extLst>
              </p:cNvPr>
              <p:cNvPicPr>
                <a:picLocks noChangeAspect="1"/>
              </p:cNvPicPr>
              <p:nvPr/>
            </p:nvPicPr>
            <p:blipFill>
              <a:blip r:embed="rId5"/>
              <a:stretch>
                <a:fillRect/>
              </a:stretch>
            </p:blipFill>
            <p:spPr>
              <a:xfrm>
                <a:off x="4015201" y="1265192"/>
                <a:ext cx="967740" cy="937260"/>
              </a:xfrm>
              <a:prstGeom prst="rect">
                <a:avLst/>
              </a:prstGeom>
            </p:spPr>
          </p:pic>
          <p:sp>
            <p:nvSpPr>
              <p:cNvPr id="16" name="TextBox 15">
                <a:extLst>
                  <a:ext uri="{FF2B5EF4-FFF2-40B4-BE49-F238E27FC236}">
                    <a16:creationId xmlns:a16="http://schemas.microsoft.com/office/drawing/2014/main" id="{DF22A0AD-1340-8950-D03C-8DFB93EA1B31}"/>
                  </a:ext>
                </a:extLst>
              </p:cNvPr>
              <p:cNvSpPr txBox="1"/>
              <p:nvPr/>
            </p:nvSpPr>
            <p:spPr>
              <a:xfrm>
                <a:off x="4050069" y="2158209"/>
                <a:ext cx="7617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Ubuntu</a:t>
                </a:r>
              </a:p>
            </p:txBody>
          </p:sp>
        </p:grpSp>
        <p:grpSp>
          <p:nvGrpSpPr>
            <p:cNvPr id="25" name="Group 24">
              <a:extLst>
                <a:ext uri="{FF2B5EF4-FFF2-40B4-BE49-F238E27FC236}">
                  <a16:creationId xmlns:a16="http://schemas.microsoft.com/office/drawing/2014/main" id="{47A15E98-6963-12F8-D709-A91A968BA3DE}"/>
                </a:ext>
              </a:extLst>
            </p:cNvPr>
            <p:cNvGrpSpPr/>
            <p:nvPr/>
          </p:nvGrpSpPr>
          <p:grpSpPr>
            <a:xfrm>
              <a:off x="8850630" y="1402080"/>
              <a:ext cx="1286737" cy="1024170"/>
              <a:chOff x="8850630" y="1402080"/>
              <a:chExt cx="1286737" cy="1024170"/>
            </a:xfrm>
          </p:grpSpPr>
          <p:pic>
            <p:nvPicPr>
              <p:cNvPr id="62" name="Picture 61">
                <a:extLst>
                  <a:ext uri="{FF2B5EF4-FFF2-40B4-BE49-F238E27FC236}">
                    <a16:creationId xmlns:a16="http://schemas.microsoft.com/office/drawing/2014/main" id="{51BEB8BA-2697-A623-50D3-0A71EFB8EE79}"/>
                  </a:ext>
                </a:extLst>
              </p:cNvPr>
              <p:cNvPicPr>
                <a:picLocks noChangeAspect="1"/>
              </p:cNvPicPr>
              <p:nvPr/>
            </p:nvPicPr>
            <p:blipFill>
              <a:blip r:embed="rId6"/>
              <a:stretch>
                <a:fillRect/>
              </a:stretch>
            </p:blipFill>
            <p:spPr>
              <a:xfrm>
                <a:off x="8850630" y="1402080"/>
                <a:ext cx="967740" cy="967740"/>
              </a:xfrm>
              <a:prstGeom prst="rect">
                <a:avLst/>
              </a:prstGeom>
            </p:spPr>
          </p:pic>
          <p:sp>
            <p:nvSpPr>
              <p:cNvPr id="19" name="TextBox 18">
                <a:extLst>
                  <a:ext uri="{FF2B5EF4-FFF2-40B4-BE49-F238E27FC236}">
                    <a16:creationId xmlns:a16="http://schemas.microsoft.com/office/drawing/2014/main" id="{D825D3B7-26B0-3065-F97A-137CCD8DB3A6}"/>
                  </a:ext>
                </a:extLst>
              </p:cNvPr>
              <p:cNvSpPr txBox="1"/>
              <p:nvPr/>
            </p:nvSpPr>
            <p:spPr>
              <a:xfrm>
                <a:off x="9375620" y="2118473"/>
                <a:ext cx="7617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Ubuntu</a:t>
                </a:r>
              </a:p>
            </p:txBody>
          </p:sp>
        </p:grpSp>
        <p:grpSp>
          <p:nvGrpSpPr>
            <p:cNvPr id="26" name="Group 25">
              <a:extLst>
                <a:ext uri="{FF2B5EF4-FFF2-40B4-BE49-F238E27FC236}">
                  <a16:creationId xmlns:a16="http://schemas.microsoft.com/office/drawing/2014/main" id="{35C987BE-C53C-A7C8-F747-D9741B4E5906}"/>
                </a:ext>
              </a:extLst>
            </p:cNvPr>
            <p:cNvGrpSpPr/>
            <p:nvPr/>
          </p:nvGrpSpPr>
          <p:grpSpPr>
            <a:xfrm>
              <a:off x="8850630" y="2689860"/>
              <a:ext cx="1168115" cy="1046917"/>
              <a:chOff x="8850630" y="2689860"/>
              <a:chExt cx="1168115" cy="1046917"/>
            </a:xfrm>
          </p:grpSpPr>
          <p:pic>
            <p:nvPicPr>
              <p:cNvPr id="65" name="Picture 64">
                <a:extLst>
                  <a:ext uri="{FF2B5EF4-FFF2-40B4-BE49-F238E27FC236}">
                    <a16:creationId xmlns:a16="http://schemas.microsoft.com/office/drawing/2014/main" id="{039232F0-CEB5-A0CC-911D-5D5F874CB0B1}"/>
                  </a:ext>
                </a:extLst>
              </p:cNvPr>
              <p:cNvPicPr>
                <a:picLocks noChangeAspect="1"/>
              </p:cNvPicPr>
              <p:nvPr/>
            </p:nvPicPr>
            <p:blipFill>
              <a:blip r:embed="rId6"/>
              <a:stretch>
                <a:fillRect/>
              </a:stretch>
            </p:blipFill>
            <p:spPr>
              <a:xfrm>
                <a:off x="8850630" y="2689860"/>
                <a:ext cx="967740" cy="967740"/>
              </a:xfrm>
              <a:prstGeom prst="rect">
                <a:avLst/>
              </a:prstGeom>
            </p:spPr>
          </p:pic>
          <p:sp>
            <p:nvSpPr>
              <p:cNvPr id="20" name="TextBox 19">
                <a:extLst>
                  <a:ext uri="{FF2B5EF4-FFF2-40B4-BE49-F238E27FC236}">
                    <a16:creationId xmlns:a16="http://schemas.microsoft.com/office/drawing/2014/main" id="{256D0474-262C-E871-040E-EF65455D1200}"/>
                  </a:ext>
                </a:extLst>
              </p:cNvPr>
              <p:cNvSpPr txBox="1"/>
              <p:nvPr/>
            </p:nvSpPr>
            <p:spPr>
              <a:xfrm>
                <a:off x="9375620" y="3429000"/>
                <a:ext cx="64312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Apple</a:t>
                </a:r>
              </a:p>
            </p:txBody>
          </p:sp>
        </p:grpSp>
        <p:grpSp>
          <p:nvGrpSpPr>
            <p:cNvPr id="27" name="Group 26">
              <a:extLst>
                <a:ext uri="{FF2B5EF4-FFF2-40B4-BE49-F238E27FC236}">
                  <a16:creationId xmlns:a16="http://schemas.microsoft.com/office/drawing/2014/main" id="{B711FE95-A4C1-41FD-C1FB-05410D73F320}"/>
                </a:ext>
              </a:extLst>
            </p:cNvPr>
            <p:cNvGrpSpPr/>
            <p:nvPr/>
          </p:nvGrpSpPr>
          <p:grpSpPr>
            <a:xfrm>
              <a:off x="8850630" y="3986971"/>
              <a:ext cx="1437419" cy="1032989"/>
              <a:chOff x="8850630" y="3977640"/>
              <a:chExt cx="1437419" cy="1032989"/>
            </a:xfrm>
          </p:grpSpPr>
          <p:pic>
            <p:nvPicPr>
              <p:cNvPr id="12" name="Picture 11">
                <a:extLst>
                  <a:ext uri="{FF2B5EF4-FFF2-40B4-BE49-F238E27FC236}">
                    <a16:creationId xmlns:a16="http://schemas.microsoft.com/office/drawing/2014/main" id="{FA85C76D-226E-C4F2-7E07-E148C0A010DD}"/>
                  </a:ext>
                </a:extLst>
              </p:cNvPr>
              <p:cNvPicPr>
                <a:picLocks noChangeAspect="1"/>
              </p:cNvPicPr>
              <p:nvPr/>
            </p:nvPicPr>
            <p:blipFill>
              <a:blip r:embed="rId6"/>
              <a:stretch>
                <a:fillRect/>
              </a:stretch>
            </p:blipFill>
            <p:spPr>
              <a:xfrm>
                <a:off x="8850630" y="3977640"/>
                <a:ext cx="967740" cy="967740"/>
              </a:xfrm>
              <a:prstGeom prst="rect">
                <a:avLst/>
              </a:prstGeom>
            </p:spPr>
          </p:pic>
          <p:sp>
            <p:nvSpPr>
              <p:cNvPr id="23" name="TextBox 22">
                <a:extLst>
                  <a:ext uri="{FF2B5EF4-FFF2-40B4-BE49-F238E27FC236}">
                    <a16:creationId xmlns:a16="http://schemas.microsoft.com/office/drawing/2014/main" id="{D01AD063-CBC1-2398-E8B1-5DB54930B786}"/>
                  </a:ext>
                </a:extLst>
              </p:cNvPr>
              <p:cNvSpPr txBox="1"/>
              <p:nvPr/>
            </p:nvSpPr>
            <p:spPr>
              <a:xfrm>
                <a:off x="9375620" y="4702852"/>
                <a:ext cx="91242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Windows</a:t>
                </a:r>
              </a:p>
            </p:txBody>
          </p:sp>
        </p:grpSp>
        <p:grpSp>
          <p:nvGrpSpPr>
            <p:cNvPr id="28" name="Group 27">
              <a:extLst>
                <a:ext uri="{FF2B5EF4-FFF2-40B4-BE49-F238E27FC236}">
                  <a16:creationId xmlns:a16="http://schemas.microsoft.com/office/drawing/2014/main" id="{F71B17AE-BF5A-2284-8C19-B1C6F485D537}"/>
                </a:ext>
              </a:extLst>
            </p:cNvPr>
            <p:cNvGrpSpPr/>
            <p:nvPr/>
          </p:nvGrpSpPr>
          <p:grpSpPr>
            <a:xfrm>
              <a:off x="8850630" y="5265420"/>
              <a:ext cx="1655274" cy="1038139"/>
              <a:chOff x="8850630" y="5265420"/>
              <a:chExt cx="1655274" cy="1038139"/>
            </a:xfrm>
          </p:grpSpPr>
          <p:pic>
            <p:nvPicPr>
              <p:cNvPr id="13" name="Picture 12">
                <a:extLst>
                  <a:ext uri="{FF2B5EF4-FFF2-40B4-BE49-F238E27FC236}">
                    <a16:creationId xmlns:a16="http://schemas.microsoft.com/office/drawing/2014/main" id="{23878DF1-AC85-2BF4-0107-569499B0882D}"/>
                  </a:ext>
                </a:extLst>
              </p:cNvPr>
              <p:cNvPicPr>
                <a:picLocks noChangeAspect="1"/>
              </p:cNvPicPr>
              <p:nvPr/>
            </p:nvPicPr>
            <p:blipFill>
              <a:blip r:embed="rId6"/>
              <a:stretch>
                <a:fillRect/>
              </a:stretch>
            </p:blipFill>
            <p:spPr>
              <a:xfrm>
                <a:off x="8850630" y="5265420"/>
                <a:ext cx="967740" cy="967740"/>
              </a:xfrm>
              <a:prstGeom prst="rect">
                <a:avLst/>
              </a:prstGeom>
            </p:spPr>
          </p:pic>
          <p:sp>
            <p:nvSpPr>
              <p:cNvPr id="24" name="TextBox 23">
                <a:extLst>
                  <a:ext uri="{FF2B5EF4-FFF2-40B4-BE49-F238E27FC236}">
                    <a16:creationId xmlns:a16="http://schemas.microsoft.com/office/drawing/2014/main" id="{18F9092A-AD83-EB7D-69FF-58F64AED6C9A}"/>
                  </a:ext>
                </a:extLst>
              </p:cNvPr>
              <p:cNvSpPr txBox="1"/>
              <p:nvPr/>
            </p:nvSpPr>
            <p:spPr>
              <a:xfrm>
                <a:off x="9378736" y="5995782"/>
                <a:ext cx="112716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Workstation</a:t>
                </a:r>
              </a:p>
            </p:txBody>
          </p:sp>
        </p:grpSp>
        <p:grpSp>
          <p:nvGrpSpPr>
            <p:cNvPr id="30" name="Group 29">
              <a:extLst>
                <a:ext uri="{FF2B5EF4-FFF2-40B4-BE49-F238E27FC236}">
                  <a16:creationId xmlns:a16="http://schemas.microsoft.com/office/drawing/2014/main" id="{A56C2BCC-8070-D2F7-8B82-7F92550C30EB}"/>
                </a:ext>
              </a:extLst>
            </p:cNvPr>
            <p:cNvGrpSpPr/>
            <p:nvPr/>
          </p:nvGrpSpPr>
          <p:grpSpPr>
            <a:xfrm>
              <a:off x="7009710" y="3119067"/>
              <a:ext cx="732860" cy="771598"/>
              <a:chOff x="7009710" y="3147060"/>
              <a:chExt cx="732860" cy="771598"/>
            </a:xfrm>
          </p:grpSpPr>
          <p:pic>
            <p:nvPicPr>
              <p:cNvPr id="9" name="Picture 8">
                <a:extLst>
                  <a:ext uri="{FF2B5EF4-FFF2-40B4-BE49-F238E27FC236}">
                    <a16:creationId xmlns:a16="http://schemas.microsoft.com/office/drawing/2014/main" id="{74D32A3B-A0C8-8DE7-3F1E-1C669C469917}"/>
                  </a:ext>
                </a:extLst>
              </p:cNvPr>
              <p:cNvPicPr>
                <a:picLocks noChangeAspect="1"/>
              </p:cNvPicPr>
              <p:nvPr/>
            </p:nvPicPr>
            <p:blipFill>
              <a:blip r:embed="rId7"/>
              <a:stretch>
                <a:fillRect/>
              </a:stretch>
            </p:blipFill>
            <p:spPr>
              <a:xfrm>
                <a:off x="7049150" y="3147060"/>
                <a:ext cx="693420" cy="510540"/>
              </a:xfrm>
              <a:prstGeom prst="rect">
                <a:avLst/>
              </a:prstGeom>
            </p:spPr>
          </p:pic>
          <p:sp>
            <p:nvSpPr>
              <p:cNvPr id="29" name="TextBox 28">
                <a:extLst>
                  <a:ext uri="{FF2B5EF4-FFF2-40B4-BE49-F238E27FC236}">
                    <a16:creationId xmlns:a16="http://schemas.microsoft.com/office/drawing/2014/main" id="{F8293664-28C4-C8BC-C9EF-2EB549C6BA77}"/>
                  </a:ext>
                </a:extLst>
              </p:cNvPr>
              <p:cNvSpPr txBox="1"/>
              <p:nvPr/>
            </p:nvSpPr>
            <p:spPr>
              <a:xfrm>
                <a:off x="7009710" y="3610881"/>
                <a:ext cx="71365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Switch</a:t>
                </a:r>
              </a:p>
            </p:txBody>
          </p:sp>
        </p:grpSp>
        <p:grpSp>
          <p:nvGrpSpPr>
            <p:cNvPr id="32" name="Group 31">
              <a:extLst>
                <a:ext uri="{FF2B5EF4-FFF2-40B4-BE49-F238E27FC236}">
                  <a16:creationId xmlns:a16="http://schemas.microsoft.com/office/drawing/2014/main" id="{75359291-13EC-CE28-D4CC-1C0B16DA9C2F}"/>
                </a:ext>
              </a:extLst>
            </p:cNvPr>
            <p:cNvGrpSpPr/>
            <p:nvPr/>
          </p:nvGrpSpPr>
          <p:grpSpPr>
            <a:xfrm>
              <a:off x="5156785" y="2886816"/>
              <a:ext cx="807417" cy="1194942"/>
              <a:chOff x="5156785" y="2830830"/>
              <a:chExt cx="807417" cy="1194942"/>
            </a:xfrm>
          </p:grpSpPr>
          <p:pic>
            <p:nvPicPr>
              <p:cNvPr id="11" name="Picture 10">
                <a:extLst>
                  <a:ext uri="{FF2B5EF4-FFF2-40B4-BE49-F238E27FC236}">
                    <a16:creationId xmlns:a16="http://schemas.microsoft.com/office/drawing/2014/main" id="{8FE50ECB-18A0-3836-1D1D-A3F1B20782D6}"/>
                  </a:ext>
                </a:extLst>
              </p:cNvPr>
              <p:cNvPicPr>
                <a:picLocks noChangeAspect="1"/>
              </p:cNvPicPr>
              <p:nvPr/>
            </p:nvPicPr>
            <p:blipFill>
              <a:blip r:embed="rId8"/>
              <a:stretch>
                <a:fillRect/>
              </a:stretch>
            </p:blipFill>
            <p:spPr>
              <a:xfrm>
                <a:off x="5339362" y="2830830"/>
                <a:ext cx="624840" cy="967740"/>
              </a:xfrm>
              <a:prstGeom prst="rect">
                <a:avLst/>
              </a:prstGeom>
            </p:spPr>
          </p:pic>
          <p:sp>
            <p:nvSpPr>
              <p:cNvPr id="31" name="TextBox 30">
                <a:extLst>
                  <a:ext uri="{FF2B5EF4-FFF2-40B4-BE49-F238E27FC236}">
                    <a16:creationId xmlns:a16="http://schemas.microsoft.com/office/drawing/2014/main" id="{16CDD155-2D52-3835-6364-3B5EBFF6C426}"/>
                  </a:ext>
                </a:extLst>
              </p:cNvPr>
              <p:cNvSpPr txBox="1"/>
              <p:nvPr/>
            </p:nvSpPr>
            <p:spPr>
              <a:xfrm>
                <a:off x="5156785" y="3717995"/>
                <a:ext cx="80182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Firewall</a:t>
                </a:r>
              </a:p>
            </p:txBody>
          </p:sp>
        </p:grpSp>
        <p:grpSp>
          <p:nvGrpSpPr>
            <p:cNvPr id="34" name="Group 33">
              <a:extLst>
                <a:ext uri="{FF2B5EF4-FFF2-40B4-BE49-F238E27FC236}">
                  <a16:creationId xmlns:a16="http://schemas.microsoft.com/office/drawing/2014/main" id="{747867A5-124A-97E0-4FEF-1D337F57FDA9}"/>
                </a:ext>
              </a:extLst>
            </p:cNvPr>
            <p:cNvGrpSpPr/>
            <p:nvPr/>
          </p:nvGrpSpPr>
          <p:grpSpPr>
            <a:xfrm>
              <a:off x="3282863" y="2879813"/>
              <a:ext cx="967740" cy="1206537"/>
              <a:chOff x="3282863" y="2945130"/>
              <a:chExt cx="967740" cy="1206537"/>
            </a:xfrm>
          </p:grpSpPr>
          <p:pic>
            <p:nvPicPr>
              <p:cNvPr id="7" name="Picture 6">
                <a:extLst>
                  <a:ext uri="{FF2B5EF4-FFF2-40B4-BE49-F238E27FC236}">
                    <a16:creationId xmlns:a16="http://schemas.microsoft.com/office/drawing/2014/main" id="{616C9BBD-7E62-5E08-57DB-57199E4D44A0}"/>
                  </a:ext>
                </a:extLst>
              </p:cNvPr>
              <p:cNvPicPr>
                <a:picLocks noChangeAspect="1"/>
              </p:cNvPicPr>
              <p:nvPr/>
            </p:nvPicPr>
            <p:blipFill>
              <a:blip r:embed="rId9"/>
              <a:stretch>
                <a:fillRect/>
              </a:stretch>
            </p:blipFill>
            <p:spPr>
              <a:xfrm>
                <a:off x="3282863" y="2945130"/>
                <a:ext cx="967740" cy="967740"/>
              </a:xfrm>
              <a:prstGeom prst="rect">
                <a:avLst/>
              </a:prstGeom>
            </p:spPr>
          </p:pic>
          <p:sp>
            <p:nvSpPr>
              <p:cNvPr id="33" name="TextBox 32">
                <a:extLst>
                  <a:ext uri="{FF2B5EF4-FFF2-40B4-BE49-F238E27FC236}">
                    <a16:creationId xmlns:a16="http://schemas.microsoft.com/office/drawing/2014/main" id="{6DA07770-ABCD-42CD-4269-D8B7680E0D62}"/>
                  </a:ext>
                </a:extLst>
              </p:cNvPr>
              <p:cNvSpPr txBox="1"/>
              <p:nvPr/>
            </p:nvSpPr>
            <p:spPr>
              <a:xfrm>
                <a:off x="3366624" y="3843890"/>
                <a:ext cx="72167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2F2F"/>
                    </a:solidFill>
                    <a:effectLst/>
                    <a:uLnTx/>
                    <a:uFillTx/>
                    <a:latin typeface=" Arial" panose="02020603050405020304"/>
                    <a:ea typeface="+mn-ea"/>
                    <a:cs typeface="+mn-cs"/>
                  </a:rPr>
                  <a:t>Router</a:t>
                </a:r>
              </a:p>
            </p:txBody>
          </p:sp>
        </p:grpSp>
        <p:cxnSp>
          <p:nvCxnSpPr>
            <p:cNvPr id="36" name="Straight Connector 35">
              <a:extLst>
                <a:ext uri="{FF2B5EF4-FFF2-40B4-BE49-F238E27FC236}">
                  <a16:creationId xmlns:a16="http://schemas.microsoft.com/office/drawing/2014/main" id="{CCA75F10-58EB-DC54-0D03-2BC148C33A2E}"/>
                </a:ext>
              </a:extLst>
            </p:cNvPr>
            <p:cNvCxnSpPr>
              <a:cxnSpLocks/>
              <a:stCxn id="14" idx="3"/>
              <a:endCxn id="7" idx="1"/>
            </p:cNvCxnSpPr>
            <p:nvPr/>
          </p:nvCxnSpPr>
          <p:spPr>
            <a:xfrm>
              <a:off x="1684157" y="3358396"/>
              <a:ext cx="1598706" cy="5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C4C0FF-7ED9-2D17-2784-82B65D6B0DC3}"/>
                </a:ext>
              </a:extLst>
            </p:cNvPr>
            <p:cNvCxnSpPr>
              <a:stCxn id="7" idx="3"/>
              <a:endCxn id="11" idx="1"/>
            </p:cNvCxnSpPr>
            <p:nvPr/>
          </p:nvCxnSpPr>
          <p:spPr>
            <a:xfrm>
              <a:off x="4250603" y="3363683"/>
              <a:ext cx="1088759"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3BA46A-8F41-6442-D3F1-002565E95537}"/>
                </a:ext>
              </a:extLst>
            </p:cNvPr>
            <p:cNvCxnSpPr>
              <a:cxnSpLocks/>
              <a:stCxn id="11" idx="3"/>
            </p:cNvCxnSpPr>
            <p:nvPr/>
          </p:nvCxnSpPr>
          <p:spPr>
            <a:xfrm>
              <a:off x="5964202" y="3370686"/>
              <a:ext cx="11854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2B26B12-C4AB-ECDD-3C62-50E9BD9FC8CC}"/>
                </a:ext>
              </a:extLst>
            </p:cNvPr>
            <p:cNvCxnSpPr>
              <a:cxnSpLocks/>
            </p:cNvCxnSpPr>
            <p:nvPr/>
          </p:nvCxnSpPr>
          <p:spPr>
            <a:xfrm flipH="1" flipV="1">
              <a:off x="2946400" y="2118473"/>
              <a:ext cx="524933" cy="832104"/>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Graphic 65" descr="Covid-19 with solid fill">
              <a:extLst>
                <a:ext uri="{FF2B5EF4-FFF2-40B4-BE49-F238E27FC236}">
                  <a16:creationId xmlns:a16="http://schemas.microsoft.com/office/drawing/2014/main" id="{031482A7-0A6D-5C02-D590-C974C991CCF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02383" y="1446133"/>
              <a:ext cx="689751" cy="689751"/>
            </a:xfrm>
            <a:prstGeom prst="rect">
              <a:avLst/>
            </a:prstGeom>
          </p:spPr>
        </p:pic>
        <p:pic>
          <p:nvPicPr>
            <p:cNvPr id="68" name="Graphic 67" descr="Covid-19 with solid fill">
              <a:extLst>
                <a:ext uri="{FF2B5EF4-FFF2-40B4-BE49-F238E27FC236}">
                  <a16:creationId xmlns:a16="http://schemas.microsoft.com/office/drawing/2014/main" id="{D9109B25-1CF8-0421-55AA-37F68D820DE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72525" y="1488076"/>
              <a:ext cx="685800" cy="685800"/>
            </a:xfrm>
            <a:prstGeom prst="rect">
              <a:avLst/>
            </a:prstGeom>
          </p:spPr>
        </p:pic>
        <p:pic>
          <p:nvPicPr>
            <p:cNvPr id="69" name="Graphic 68" descr="Covid-19 with solid fill">
              <a:extLst>
                <a:ext uri="{FF2B5EF4-FFF2-40B4-BE49-F238E27FC236}">
                  <a16:creationId xmlns:a16="http://schemas.microsoft.com/office/drawing/2014/main" id="{CBF4191B-73B6-F737-4B54-60536DA3F44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116699" y="4066553"/>
              <a:ext cx="685800" cy="685800"/>
            </a:xfrm>
            <a:prstGeom prst="rect">
              <a:avLst/>
            </a:prstGeom>
          </p:spPr>
        </p:pic>
        <p:pic>
          <p:nvPicPr>
            <p:cNvPr id="73" name="Graphic 72" descr="Covid-19 with solid fill">
              <a:extLst>
                <a:ext uri="{FF2B5EF4-FFF2-40B4-BE49-F238E27FC236}">
                  <a16:creationId xmlns:a16="http://schemas.microsoft.com/office/drawing/2014/main" id="{B0A06041-6015-3C8D-F9F7-6754FC46A0E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093785" y="2770743"/>
              <a:ext cx="685800" cy="685800"/>
            </a:xfrm>
            <a:prstGeom prst="rect">
              <a:avLst/>
            </a:prstGeom>
          </p:spPr>
        </p:pic>
        <p:pic>
          <p:nvPicPr>
            <p:cNvPr id="4" name="Picture 3">
              <a:extLst>
                <a:ext uri="{FF2B5EF4-FFF2-40B4-BE49-F238E27FC236}">
                  <a16:creationId xmlns:a16="http://schemas.microsoft.com/office/drawing/2014/main" id="{C95FB816-918E-0714-CD13-893C5D220CC8}"/>
                </a:ext>
              </a:extLst>
            </p:cNvPr>
            <p:cNvPicPr>
              <a:picLocks noChangeAspect="1"/>
            </p:cNvPicPr>
            <p:nvPr/>
          </p:nvPicPr>
          <p:blipFill>
            <a:blip r:embed="rId6"/>
            <a:stretch>
              <a:fillRect/>
            </a:stretch>
          </p:blipFill>
          <p:spPr>
            <a:xfrm>
              <a:off x="8853739" y="1377356"/>
              <a:ext cx="967740" cy="967740"/>
            </a:xfrm>
            <a:prstGeom prst="rect">
              <a:avLst/>
            </a:prstGeom>
          </p:spPr>
        </p:pic>
        <p:pic>
          <p:nvPicPr>
            <p:cNvPr id="10" name="Graphic 9" descr="Covid-19 with solid fill">
              <a:extLst>
                <a:ext uri="{FF2B5EF4-FFF2-40B4-BE49-F238E27FC236}">
                  <a16:creationId xmlns:a16="http://schemas.microsoft.com/office/drawing/2014/main" id="{C99053F6-1863-95A8-588F-77D3F288004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050239" y="1411579"/>
              <a:ext cx="685800" cy="685800"/>
            </a:xfrm>
            <a:prstGeom prst="rect">
              <a:avLst/>
            </a:prstGeom>
          </p:spPr>
        </p:pic>
      </p:grpSp>
    </p:spTree>
    <p:extLst>
      <p:ext uri="{BB962C8B-B14F-4D97-AF65-F5344CB8AC3E}">
        <p14:creationId xmlns:p14="http://schemas.microsoft.com/office/powerpoint/2010/main" val="320843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E4127870-8962-2EA5-0454-5E2D0CF3F506}"/>
              </a:ext>
            </a:extLst>
          </p:cNvPr>
          <p:cNvSpPr txBox="1">
            <a:spLocks/>
          </p:cNvSpPr>
          <p:nvPr/>
        </p:nvSpPr>
        <p:spPr>
          <a:xfrm>
            <a:off x="391649" y="202649"/>
            <a:ext cx="9047626" cy="567321"/>
          </a:xfrm>
          <a:prstGeom prst="rect">
            <a:avLst/>
          </a:prstGeom>
        </p:spPr>
        <p:txBody>
          <a:bodyPr lIns="0" tIns="0" rIns="0" bIns="0" anchor="ctr" anchorCtr="0">
            <a:noAutofit/>
          </a:bodyPr>
          <a:lstStyle>
            <a:lvl1pPr marL="0" indent="0" algn="l" defTabSz="914400" rtl="0" eaLnBrk="1" latinLnBrk="0" hangingPunct="1">
              <a:lnSpc>
                <a:spcPct val="100000"/>
              </a:lnSpc>
              <a:spcBef>
                <a:spcPts val="0"/>
              </a:spcBef>
              <a:buFont typeface="Arial" panose="020B0604020202020204" pitchFamily="34" charset="0"/>
              <a:buNone/>
              <a:defRPr sz="2400" b="0" kern="1200">
                <a:solidFill>
                  <a:schemeClr val="bg1"/>
                </a:solidFill>
                <a:latin typeface="Montserrat SemiBold"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700" b="1" i="0" u="none" strike="noStrike" kern="1200" cap="none" spc="-100" normalizeH="0" noProof="0">
                <a:ln>
                  <a:noFill/>
                </a:ln>
                <a:solidFill>
                  <a:prstClr val="white"/>
                </a:solidFill>
                <a:effectLst/>
                <a:uLnTx/>
                <a:uFillTx/>
                <a:latin typeface=" Arial" panose="02020603050405020304"/>
                <a:ea typeface="+mn-ea"/>
                <a:cs typeface="Arial" panose="020B0604020202020204" pitchFamily="34" charset="0"/>
              </a:rPr>
              <a:t>Agentic C2 Agent - Architecture &amp; Core Capabilities</a:t>
            </a:r>
          </a:p>
        </p:txBody>
      </p:sp>
      <p:grpSp>
        <p:nvGrpSpPr>
          <p:cNvPr id="11" name="Group 10">
            <a:extLst>
              <a:ext uri="{FF2B5EF4-FFF2-40B4-BE49-F238E27FC236}">
                <a16:creationId xmlns:a16="http://schemas.microsoft.com/office/drawing/2014/main" id="{0EBAC3AA-E65A-85EF-0D95-577FDC1CB2CB}"/>
              </a:ext>
            </a:extLst>
          </p:cNvPr>
          <p:cNvGrpSpPr/>
          <p:nvPr/>
        </p:nvGrpSpPr>
        <p:grpSpPr>
          <a:xfrm>
            <a:off x="385359" y="947196"/>
            <a:ext cx="3135593" cy="1691640"/>
            <a:chOff x="413068" y="1325880"/>
            <a:chExt cx="3135593" cy="1691640"/>
          </a:xfrm>
        </p:grpSpPr>
        <p:sp>
          <p:nvSpPr>
            <p:cNvPr id="6" name="Shape 2">
              <a:extLst>
                <a:ext uri="{FF2B5EF4-FFF2-40B4-BE49-F238E27FC236}">
                  <a16:creationId xmlns:a16="http://schemas.microsoft.com/office/drawing/2014/main" id="{BCFCC946-FD55-7D7B-D27E-73DB651E658C}"/>
                </a:ext>
              </a:extLst>
            </p:cNvPr>
            <p:cNvSpPr/>
            <p:nvPr/>
          </p:nvSpPr>
          <p:spPr>
            <a:xfrm>
              <a:off x="439701" y="1325880"/>
              <a:ext cx="3108960" cy="1691640"/>
            </a:xfrm>
            <a:prstGeom prst="roundRect">
              <a:avLst>
                <a:gd name="adj" fmla="val 5405"/>
              </a:avLst>
            </a:prstGeom>
            <a:solidFill>
              <a:srgbClr val="FFFFFF"/>
            </a:solidFill>
            <a:ln w="19050">
              <a:solidFill>
                <a:schemeClr val="accent1">
                  <a:lumMod val="75000"/>
                </a:schemeClr>
              </a:solidFill>
              <a:prstDash val="solid"/>
            </a:ln>
            <a:effectLst>
              <a:outerShdw blurRad="50800" dist="25400" dir="5400000" algn="bl" rotWithShape="0">
                <a:srgbClr val="A9B4C2">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8" name="Text 4">
              <a:extLst>
                <a:ext uri="{FF2B5EF4-FFF2-40B4-BE49-F238E27FC236}">
                  <a16:creationId xmlns:a16="http://schemas.microsoft.com/office/drawing/2014/main" id="{61C5DAC8-A383-03FC-0FD0-06E7A72C08D9}"/>
                </a:ext>
              </a:extLst>
            </p:cNvPr>
            <p:cNvSpPr/>
            <p:nvPr/>
          </p:nvSpPr>
          <p:spPr>
            <a:xfrm>
              <a:off x="614236" y="1417320"/>
              <a:ext cx="278892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Segoe UI" pitchFamily="34" charset="-122"/>
                  <a:cs typeface="Segoe UI" pitchFamily="34" charset="-120"/>
                </a:rPr>
                <a:t>Autonomous</a:t>
              </a:r>
              <a:endParaRPr kumimoji="0" lang="en-US" sz="18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9" name="Text 5">
              <a:extLst>
                <a:ext uri="{FF2B5EF4-FFF2-40B4-BE49-F238E27FC236}">
                  <a16:creationId xmlns:a16="http://schemas.microsoft.com/office/drawing/2014/main" id="{9EB72C67-7C8C-DB90-A775-36FBA60F987B}"/>
                </a:ext>
              </a:extLst>
            </p:cNvPr>
            <p:cNvSpPr/>
            <p:nvPr/>
          </p:nvSpPr>
          <p:spPr>
            <a:xfrm>
              <a:off x="614236" y="1874520"/>
              <a:ext cx="2788920" cy="10515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505E"/>
                  </a:solidFill>
                  <a:effectLst/>
                  <a:uLnTx/>
                  <a:uFillTx/>
                  <a:latin typeface=" Arial" panose="02020603050405020304"/>
                  <a:ea typeface="Segoe UI" pitchFamily="34" charset="-122"/>
                  <a:cs typeface="Segoe UI" pitchFamily="34" charset="-120"/>
                </a:rPr>
                <a:t>Self-directed behavior: configurable rule-based or prompt-driven logic for autonomous task execution</a:t>
              </a:r>
              <a:endParaRPr kumimoji="0" lang="en-US" sz="16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10" name="Shape 3">
              <a:extLst>
                <a:ext uri="{FF2B5EF4-FFF2-40B4-BE49-F238E27FC236}">
                  <a16:creationId xmlns:a16="http://schemas.microsoft.com/office/drawing/2014/main" id="{9037DF11-592E-A91C-44F9-0355798C04E7}"/>
                </a:ext>
              </a:extLst>
            </p:cNvPr>
            <p:cNvSpPr/>
            <p:nvPr/>
          </p:nvSpPr>
          <p:spPr>
            <a:xfrm>
              <a:off x="413068" y="1325880"/>
              <a:ext cx="109728" cy="1691640"/>
            </a:xfrm>
            <a:prstGeom prst="rect">
              <a:avLst/>
            </a:prstGeom>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grpSp>
      <p:grpSp>
        <p:nvGrpSpPr>
          <p:cNvPr id="16" name="Group 15">
            <a:extLst>
              <a:ext uri="{FF2B5EF4-FFF2-40B4-BE49-F238E27FC236}">
                <a16:creationId xmlns:a16="http://schemas.microsoft.com/office/drawing/2014/main" id="{E82691ED-68CC-3A6B-157A-DE4B684E36D4}"/>
              </a:ext>
            </a:extLst>
          </p:cNvPr>
          <p:cNvGrpSpPr/>
          <p:nvPr/>
        </p:nvGrpSpPr>
        <p:grpSpPr>
          <a:xfrm>
            <a:off x="4366520" y="947196"/>
            <a:ext cx="3642316" cy="1691640"/>
            <a:chOff x="4527684" y="947196"/>
            <a:chExt cx="3642316" cy="1691640"/>
          </a:xfrm>
        </p:grpSpPr>
        <p:sp>
          <p:nvSpPr>
            <p:cNvPr id="12" name="Shape 6">
              <a:extLst>
                <a:ext uri="{FF2B5EF4-FFF2-40B4-BE49-F238E27FC236}">
                  <a16:creationId xmlns:a16="http://schemas.microsoft.com/office/drawing/2014/main" id="{D4D586CD-02C0-DCBA-9FF6-E5FB6613657F}"/>
                </a:ext>
              </a:extLst>
            </p:cNvPr>
            <p:cNvSpPr/>
            <p:nvPr/>
          </p:nvSpPr>
          <p:spPr>
            <a:xfrm>
              <a:off x="4562983" y="947196"/>
              <a:ext cx="3174638" cy="1691640"/>
            </a:xfrm>
            <a:prstGeom prst="roundRect">
              <a:avLst>
                <a:gd name="adj" fmla="val 5405"/>
              </a:avLst>
            </a:prstGeom>
            <a:solidFill>
              <a:srgbClr val="FFFFFF"/>
            </a:solidFill>
            <a:ln w="19050">
              <a:solidFill>
                <a:schemeClr val="accent1">
                  <a:lumMod val="75000"/>
                </a:schemeClr>
              </a:solidFill>
              <a:prstDash val="solid"/>
            </a:ln>
            <a:effectLst>
              <a:outerShdw blurRad="50800" dist="25400" dir="5400000" algn="bl" rotWithShape="0">
                <a:srgbClr val="A9B4C2">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13" name="Shape 7">
              <a:extLst>
                <a:ext uri="{FF2B5EF4-FFF2-40B4-BE49-F238E27FC236}">
                  <a16:creationId xmlns:a16="http://schemas.microsoft.com/office/drawing/2014/main" id="{66821FA8-157C-E715-6F3C-6AC56AAB58C5}"/>
                </a:ext>
              </a:extLst>
            </p:cNvPr>
            <p:cNvSpPr/>
            <p:nvPr/>
          </p:nvSpPr>
          <p:spPr>
            <a:xfrm>
              <a:off x="4527684" y="947196"/>
              <a:ext cx="109728" cy="1691640"/>
            </a:xfrm>
            <a:prstGeom prst="rect">
              <a:avLst/>
            </a:prstGeom>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14" name="Text 8">
              <a:extLst>
                <a:ext uri="{FF2B5EF4-FFF2-40B4-BE49-F238E27FC236}">
                  <a16:creationId xmlns:a16="http://schemas.microsoft.com/office/drawing/2014/main" id="{FEACE2C7-A12D-14B7-FFF0-FC649603879E}"/>
                </a:ext>
              </a:extLst>
            </p:cNvPr>
            <p:cNvSpPr/>
            <p:nvPr/>
          </p:nvSpPr>
          <p:spPr>
            <a:xfrm>
              <a:off x="4570810" y="1038636"/>
              <a:ext cx="359919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50" b="1" i="0" u="none" strike="noStrike" kern="1200" cap="none" spc="0" normalizeH="0" baseline="0" noProof="0">
                  <a:ln>
                    <a:noFill/>
                  </a:ln>
                  <a:solidFill>
                    <a:srgbClr val="2F2F2F"/>
                  </a:solidFill>
                  <a:effectLst/>
                  <a:uLnTx/>
                  <a:uFillTx/>
                  <a:latin typeface=" Arial" panose="02020603050405020304"/>
                  <a:ea typeface="Segoe UI" pitchFamily="34" charset="-122"/>
                  <a:cs typeface="Segoe UI" pitchFamily="34" charset="-120"/>
                </a:rPr>
                <a:t>Adaptive Anomaly Detection</a:t>
              </a:r>
              <a:endParaRPr kumimoji="0" lang="en-US" sz="175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15" name="Text 9">
              <a:extLst>
                <a:ext uri="{FF2B5EF4-FFF2-40B4-BE49-F238E27FC236}">
                  <a16:creationId xmlns:a16="http://schemas.microsoft.com/office/drawing/2014/main" id="{BC2080EA-A509-71DF-5A58-D7DDA4EE468C}"/>
                </a:ext>
              </a:extLst>
            </p:cNvPr>
            <p:cNvSpPr/>
            <p:nvPr/>
          </p:nvSpPr>
          <p:spPr>
            <a:xfrm>
              <a:off x="4728852" y="1495836"/>
              <a:ext cx="2947072" cy="10515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505E"/>
                  </a:solidFill>
                  <a:effectLst/>
                  <a:uLnTx/>
                  <a:uFillTx/>
                  <a:latin typeface=" Arial" panose="02020603050405020304"/>
                  <a:ea typeface="Segoe UI" pitchFamily="34" charset="-122"/>
                  <a:cs typeface="Segoe UI" pitchFamily="34" charset="-120"/>
                </a:rPr>
                <a:t>Lightweight heuristic engine capable of detecting behavioral, registry, or file anomalies</a:t>
              </a:r>
              <a:endParaRPr kumimoji="0" lang="en-US" sz="1600"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21" name="Group 20">
            <a:extLst>
              <a:ext uri="{FF2B5EF4-FFF2-40B4-BE49-F238E27FC236}">
                <a16:creationId xmlns:a16="http://schemas.microsoft.com/office/drawing/2014/main" id="{50C6BB34-75DF-F4B5-3517-1FF747B5BCC3}"/>
              </a:ext>
            </a:extLst>
          </p:cNvPr>
          <p:cNvGrpSpPr/>
          <p:nvPr/>
        </p:nvGrpSpPr>
        <p:grpSpPr>
          <a:xfrm>
            <a:off x="8321048" y="947196"/>
            <a:ext cx="3108960" cy="1691640"/>
            <a:chOff x="8679244" y="1325880"/>
            <a:chExt cx="3108960" cy="1691640"/>
          </a:xfrm>
        </p:grpSpPr>
        <p:sp>
          <p:nvSpPr>
            <p:cNvPr id="17" name="Shape 10">
              <a:extLst>
                <a:ext uri="{FF2B5EF4-FFF2-40B4-BE49-F238E27FC236}">
                  <a16:creationId xmlns:a16="http://schemas.microsoft.com/office/drawing/2014/main" id="{D9C93788-8248-FACB-BA5F-53FFBFD1A9CB}"/>
                </a:ext>
              </a:extLst>
            </p:cNvPr>
            <p:cNvSpPr/>
            <p:nvPr/>
          </p:nvSpPr>
          <p:spPr>
            <a:xfrm>
              <a:off x="8679244" y="1325880"/>
              <a:ext cx="3108960" cy="1691640"/>
            </a:xfrm>
            <a:prstGeom prst="roundRect">
              <a:avLst>
                <a:gd name="adj" fmla="val 5405"/>
              </a:avLst>
            </a:prstGeom>
            <a:solidFill>
              <a:srgbClr val="FFFFFF"/>
            </a:solidFill>
            <a:ln w="19050">
              <a:solidFill>
                <a:schemeClr val="accent1">
                  <a:lumMod val="75000"/>
                </a:schemeClr>
              </a:solidFill>
              <a:prstDash val="solid"/>
            </a:ln>
            <a:effectLst>
              <a:outerShdw blurRad="50800" dist="25400" dir="5400000" algn="bl" rotWithShape="0">
                <a:srgbClr val="A9B4C2">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18" name="Shape 11">
              <a:extLst>
                <a:ext uri="{FF2B5EF4-FFF2-40B4-BE49-F238E27FC236}">
                  <a16:creationId xmlns:a16="http://schemas.microsoft.com/office/drawing/2014/main" id="{3669B187-5F11-DBBA-DF62-7E3CC52150B4}"/>
                </a:ext>
              </a:extLst>
            </p:cNvPr>
            <p:cNvSpPr/>
            <p:nvPr/>
          </p:nvSpPr>
          <p:spPr>
            <a:xfrm>
              <a:off x="8679244" y="1325880"/>
              <a:ext cx="109728" cy="1691640"/>
            </a:xfrm>
            <a:prstGeom prst="rect">
              <a:avLst/>
            </a:prstGeom>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19" name="Text 12">
              <a:extLst>
                <a:ext uri="{FF2B5EF4-FFF2-40B4-BE49-F238E27FC236}">
                  <a16:creationId xmlns:a16="http://schemas.microsoft.com/office/drawing/2014/main" id="{FDA01F22-76A8-ED7E-6669-199B36CBA469}"/>
                </a:ext>
              </a:extLst>
            </p:cNvPr>
            <p:cNvSpPr/>
            <p:nvPr/>
          </p:nvSpPr>
          <p:spPr>
            <a:xfrm>
              <a:off x="8880412" y="1417320"/>
              <a:ext cx="278892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Segoe UI" pitchFamily="34" charset="-122"/>
                  <a:cs typeface="Segoe UI" pitchFamily="34" charset="-120"/>
                </a:rPr>
                <a:t>Low-Observable Design</a:t>
              </a:r>
              <a:endParaRPr kumimoji="0" lang="en-US" sz="18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20" name="Text 13">
              <a:extLst>
                <a:ext uri="{FF2B5EF4-FFF2-40B4-BE49-F238E27FC236}">
                  <a16:creationId xmlns:a16="http://schemas.microsoft.com/office/drawing/2014/main" id="{3E9E7068-1D6D-150B-F50A-F174F6F9C29A}"/>
                </a:ext>
              </a:extLst>
            </p:cNvPr>
            <p:cNvSpPr/>
            <p:nvPr/>
          </p:nvSpPr>
          <p:spPr>
            <a:xfrm>
              <a:off x="8880412" y="1874520"/>
              <a:ext cx="2788920" cy="10515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505E"/>
                  </a:solidFill>
                  <a:effectLst/>
                  <a:uLnTx/>
                  <a:uFillTx/>
                  <a:latin typeface=" Arial" panose="02020603050405020304"/>
                  <a:ea typeface="Segoe UI" pitchFamily="34" charset="-122"/>
                  <a:cs typeface="Segoe UI" pitchFamily="34" charset="-120"/>
                </a:rPr>
                <a:t>Memory-resident execution, randomized activity scheduling, and process name obfuscation</a:t>
              </a:r>
              <a:endParaRPr kumimoji="0" lang="en-US" sz="1600"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35" name="Group 34">
            <a:extLst>
              <a:ext uri="{FF2B5EF4-FFF2-40B4-BE49-F238E27FC236}">
                <a16:creationId xmlns:a16="http://schemas.microsoft.com/office/drawing/2014/main" id="{7A5EBFA5-8C4D-DE78-6D6A-DA3AC3AA5668}"/>
              </a:ext>
            </a:extLst>
          </p:cNvPr>
          <p:cNvGrpSpPr/>
          <p:nvPr/>
        </p:nvGrpSpPr>
        <p:grpSpPr>
          <a:xfrm>
            <a:off x="426507" y="4729567"/>
            <a:ext cx="3120750" cy="1691640"/>
            <a:chOff x="413068" y="4846320"/>
            <a:chExt cx="3120750" cy="1691640"/>
          </a:xfrm>
        </p:grpSpPr>
        <p:sp>
          <p:nvSpPr>
            <p:cNvPr id="23" name="Shape 14">
              <a:extLst>
                <a:ext uri="{FF2B5EF4-FFF2-40B4-BE49-F238E27FC236}">
                  <a16:creationId xmlns:a16="http://schemas.microsoft.com/office/drawing/2014/main" id="{9D6E2ACD-87E6-D648-6233-0B2968FB904A}"/>
                </a:ext>
              </a:extLst>
            </p:cNvPr>
            <p:cNvSpPr/>
            <p:nvPr/>
          </p:nvSpPr>
          <p:spPr>
            <a:xfrm>
              <a:off x="413068" y="4846320"/>
              <a:ext cx="3108960" cy="1691640"/>
            </a:xfrm>
            <a:prstGeom prst="roundRect">
              <a:avLst>
                <a:gd name="adj" fmla="val 5405"/>
              </a:avLst>
            </a:prstGeom>
            <a:solidFill>
              <a:srgbClr val="FFFFFF"/>
            </a:solidFill>
            <a:ln w="19050">
              <a:solidFill>
                <a:schemeClr val="accent1">
                  <a:lumMod val="75000"/>
                </a:schemeClr>
              </a:solidFill>
              <a:prstDash val="solid"/>
            </a:ln>
            <a:effectLst>
              <a:outerShdw blurRad="50800" dist="25400" dir="5400000" algn="bl" rotWithShape="0">
                <a:srgbClr val="A9B4C2">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24" name="Shape 15">
              <a:extLst>
                <a:ext uri="{FF2B5EF4-FFF2-40B4-BE49-F238E27FC236}">
                  <a16:creationId xmlns:a16="http://schemas.microsoft.com/office/drawing/2014/main" id="{A1590960-1EB5-27A9-BC2E-641AA8C7924D}"/>
                </a:ext>
              </a:extLst>
            </p:cNvPr>
            <p:cNvSpPr/>
            <p:nvPr/>
          </p:nvSpPr>
          <p:spPr>
            <a:xfrm>
              <a:off x="413068" y="4846320"/>
              <a:ext cx="109728" cy="1691640"/>
            </a:xfrm>
            <a:prstGeom prst="rect">
              <a:avLst/>
            </a:prstGeom>
            <a:solidFill>
              <a:schemeClr val="accent1">
                <a:lumMod val="75000"/>
              </a:schemeClr>
            </a:solidFill>
            <a:ln>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25" name="Text 16">
              <a:extLst>
                <a:ext uri="{FF2B5EF4-FFF2-40B4-BE49-F238E27FC236}">
                  <a16:creationId xmlns:a16="http://schemas.microsoft.com/office/drawing/2014/main" id="{C7B4B352-61EC-3CA4-C39D-A75F48ED270A}"/>
                </a:ext>
              </a:extLst>
            </p:cNvPr>
            <p:cNvSpPr/>
            <p:nvPr/>
          </p:nvSpPr>
          <p:spPr>
            <a:xfrm>
              <a:off x="558249" y="4937760"/>
              <a:ext cx="2975569"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Segoe UI" pitchFamily="34" charset="-122"/>
                  <a:cs typeface="Segoe UI" pitchFamily="34" charset="-120"/>
                </a:rPr>
                <a:t>Rule-Bound Propagation</a:t>
              </a:r>
              <a:endParaRPr kumimoji="0" lang="en-US" sz="18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26" name="Text 17">
              <a:extLst>
                <a:ext uri="{FF2B5EF4-FFF2-40B4-BE49-F238E27FC236}">
                  <a16:creationId xmlns:a16="http://schemas.microsoft.com/office/drawing/2014/main" id="{EFF01F29-C2E2-C5AA-388E-7943B3560C4C}"/>
                </a:ext>
              </a:extLst>
            </p:cNvPr>
            <p:cNvSpPr/>
            <p:nvPr/>
          </p:nvSpPr>
          <p:spPr>
            <a:xfrm>
              <a:off x="614236" y="5394960"/>
              <a:ext cx="2788920" cy="10515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505E"/>
                  </a:solidFill>
                  <a:effectLst/>
                  <a:uLnTx/>
                  <a:uFillTx/>
                  <a:latin typeface=" Arial" panose="02020603050405020304"/>
                  <a:ea typeface="Segoe UI" pitchFamily="34" charset="-122"/>
                  <a:cs typeface="Segoe UI" pitchFamily="34" charset="-120"/>
                </a:rPr>
                <a:t>Policy-driven cleanup and recovery routines; spreads only within defined authorization limits</a:t>
              </a:r>
              <a:endParaRPr kumimoji="0" lang="en-US" sz="1600"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36" name="Group 35">
            <a:extLst>
              <a:ext uri="{FF2B5EF4-FFF2-40B4-BE49-F238E27FC236}">
                <a16:creationId xmlns:a16="http://schemas.microsoft.com/office/drawing/2014/main" id="{25C370BA-3BBA-9D45-DAB4-F2C143B74836}"/>
              </a:ext>
            </a:extLst>
          </p:cNvPr>
          <p:cNvGrpSpPr/>
          <p:nvPr/>
        </p:nvGrpSpPr>
        <p:grpSpPr>
          <a:xfrm>
            <a:off x="4407666" y="4729567"/>
            <a:ext cx="3108960" cy="1691640"/>
            <a:chOff x="4546156" y="4846320"/>
            <a:chExt cx="3108960" cy="1691640"/>
          </a:xfrm>
        </p:grpSpPr>
        <p:sp>
          <p:nvSpPr>
            <p:cNvPr id="27" name="Shape 18">
              <a:extLst>
                <a:ext uri="{FF2B5EF4-FFF2-40B4-BE49-F238E27FC236}">
                  <a16:creationId xmlns:a16="http://schemas.microsoft.com/office/drawing/2014/main" id="{A9EC1419-B336-4671-5A15-4AED144BC736}"/>
                </a:ext>
              </a:extLst>
            </p:cNvPr>
            <p:cNvSpPr/>
            <p:nvPr/>
          </p:nvSpPr>
          <p:spPr>
            <a:xfrm>
              <a:off x="4546156" y="4846320"/>
              <a:ext cx="3108960" cy="1691640"/>
            </a:xfrm>
            <a:prstGeom prst="roundRect">
              <a:avLst>
                <a:gd name="adj" fmla="val 5405"/>
              </a:avLst>
            </a:prstGeom>
            <a:solidFill>
              <a:srgbClr val="FFFFFF"/>
            </a:solidFill>
            <a:ln w="19050">
              <a:solidFill>
                <a:schemeClr val="accent1">
                  <a:lumMod val="75000"/>
                </a:schemeClr>
              </a:solidFill>
              <a:prstDash val="solid"/>
            </a:ln>
            <a:effectLst>
              <a:outerShdw blurRad="50800" dist="25400" dir="5400000" algn="bl" rotWithShape="0">
                <a:srgbClr val="A9B4C2">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28" name="Shape 19">
              <a:extLst>
                <a:ext uri="{FF2B5EF4-FFF2-40B4-BE49-F238E27FC236}">
                  <a16:creationId xmlns:a16="http://schemas.microsoft.com/office/drawing/2014/main" id="{B4A6426A-AE4A-A7C4-5356-9030318FF4CF}"/>
                </a:ext>
              </a:extLst>
            </p:cNvPr>
            <p:cNvSpPr/>
            <p:nvPr/>
          </p:nvSpPr>
          <p:spPr>
            <a:xfrm>
              <a:off x="4546156" y="4846320"/>
              <a:ext cx="109728" cy="1691640"/>
            </a:xfrm>
            <a:prstGeom prst="rect">
              <a:avLst/>
            </a:prstGeom>
            <a:solidFill>
              <a:schemeClr val="accent1">
                <a:lumMod val="75000"/>
              </a:schemeClr>
            </a:solidFill>
            <a:ln>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29" name="Text 20">
              <a:extLst>
                <a:ext uri="{FF2B5EF4-FFF2-40B4-BE49-F238E27FC236}">
                  <a16:creationId xmlns:a16="http://schemas.microsoft.com/office/drawing/2014/main" id="{B500C6D8-17F3-F00B-826F-4B595973C51E}"/>
                </a:ext>
              </a:extLst>
            </p:cNvPr>
            <p:cNvSpPr/>
            <p:nvPr/>
          </p:nvSpPr>
          <p:spPr>
            <a:xfrm>
              <a:off x="4654018" y="4937760"/>
              <a:ext cx="2999232"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Segoe UI" pitchFamily="34" charset="-122"/>
                  <a:cs typeface="Segoe UI" pitchFamily="34" charset="-120"/>
                </a:rPr>
                <a:t>Plug-and-Play Modularity</a:t>
              </a:r>
              <a:endParaRPr kumimoji="0" lang="en-US" sz="18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30" name="Text 21">
              <a:extLst>
                <a:ext uri="{FF2B5EF4-FFF2-40B4-BE49-F238E27FC236}">
                  <a16:creationId xmlns:a16="http://schemas.microsoft.com/office/drawing/2014/main" id="{67353DDF-ED3A-FE14-62D4-AC9BBE6E391E}"/>
                </a:ext>
              </a:extLst>
            </p:cNvPr>
            <p:cNvSpPr/>
            <p:nvPr/>
          </p:nvSpPr>
          <p:spPr>
            <a:xfrm>
              <a:off x="4747324" y="5394960"/>
              <a:ext cx="2788920" cy="10515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505E"/>
                  </a:solidFill>
                  <a:effectLst/>
                  <a:uLnTx/>
                  <a:uFillTx/>
                  <a:latin typeface=" Arial" panose="02020603050405020304"/>
                  <a:ea typeface="Segoe UI" pitchFamily="34" charset="-122"/>
                  <a:cs typeface="Segoe UI" pitchFamily="34" charset="-120"/>
                </a:rPr>
                <a:t>Hot-swappable modules with operability across Windows, Linux, and macOS hosts</a:t>
              </a:r>
              <a:endParaRPr kumimoji="0" lang="en-US" sz="1600"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37" name="Group 36">
            <a:extLst>
              <a:ext uri="{FF2B5EF4-FFF2-40B4-BE49-F238E27FC236}">
                <a16:creationId xmlns:a16="http://schemas.microsoft.com/office/drawing/2014/main" id="{33B57D14-373F-EBCA-9CBE-4FB564AF21D5}"/>
              </a:ext>
            </a:extLst>
          </p:cNvPr>
          <p:cNvGrpSpPr/>
          <p:nvPr/>
        </p:nvGrpSpPr>
        <p:grpSpPr>
          <a:xfrm>
            <a:off x="8321048" y="4744724"/>
            <a:ext cx="3108960" cy="1691640"/>
            <a:chOff x="8679244" y="4846320"/>
            <a:chExt cx="3108960" cy="1691640"/>
          </a:xfrm>
        </p:grpSpPr>
        <p:sp>
          <p:nvSpPr>
            <p:cNvPr id="31" name="Shape 22">
              <a:extLst>
                <a:ext uri="{FF2B5EF4-FFF2-40B4-BE49-F238E27FC236}">
                  <a16:creationId xmlns:a16="http://schemas.microsoft.com/office/drawing/2014/main" id="{58E73B7C-513C-4549-64CC-D7DD7E8AD298}"/>
                </a:ext>
              </a:extLst>
            </p:cNvPr>
            <p:cNvSpPr/>
            <p:nvPr/>
          </p:nvSpPr>
          <p:spPr>
            <a:xfrm>
              <a:off x="8679244" y="4846320"/>
              <a:ext cx="3108960" cy="1691640"/>
            </a:xfrm>
            <a:prstGeom prst="roundRect">
              <a:avLst>
                <a:gd name="adj" fmla="val 5405"/>
              </a:avLst>
            </a:prstGeom>
            <a:solidFill>
              <a:srgbClr val="FFFFFF"/>
            </a:solidFill>
            <a:ln w="19050">
              <a:solidFill>
                <a:schemeClr val="accent1">
                  <a:lumMod val="75000"/>
                </a:schemeClr>
              </a:solidFill>
              <a:prstDash val="solid"/>
            </a:ln>
            <a:effectLst>
              <a:outerShdw blurRad="50800" dist="25400" dir="5400000" algn="bl" rotWithShape="0">
                <a:srgbClr val="A9B4C2">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32" name="Shape 23">
              <a:extLst>
                <a:ext uri="{FF2B5EF4-FFF2-40B4-BE49-F238E27FC236}">
                  <a16:creationId xmlns:a16="http://schemas.microsoft.com/office/drawing/2014/main" id="{DD4D90A9-ABA2-DEE0-FA1A-4ED91F89339C}"/>
                </a:ext>
              </a:extLst>
            </p:cNvPr>
            <p:cNvSpPr/>
            <p:nvPr/>
          </p:nvSpPr>
          <p:spPr>
            <a:xfrm>
              <a:off x="8679244" y="4846320"/>
              <a:ext cx="109728" cy="1691640"/>
            </a:xfrm>
            <a:prstGeom prst="rect">
              <a:avLst/>
            </a:prstGeom>
            <a:solidFill>
              <a:schemeClr val="accent1">
                <a:lumMod val="75000"/>
              </a:schemeClr>
            </a:solidFill>
            <a:ln>
              <a:solidFill>
                <a:schemeClr val="accent1">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33" name="Text 24">
              <a:extLst>
                <a:ext uri="{FF2B5EF4-FFF2-40B4-BE49-F238E27FC236}">
                  <a16:creationId xmlns:a16="http://schemas.microsoft.com/office/drawing/2014/main" id="{76D04596-E3B1-C0F7-001C-463E6DFC24A3}"/>
                </a:ext>
              </a:extLst>
            </p:cNvPr>
            <p:cNvSpPr/>
            <p:nvPr/>
          </p:nvSpPr>
          <p:spPr>
            <a:xfrm>
              <a:off x="8880412" y="4937760"/>
              <a:ext cx="278892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Segoe UI" pitchFamily="34" charset="-122"/>
                  <a:cs typeface="Segoe UI" pitchFamily="34" charset="-120"/>
                </a:rPr>
                <a:t>Secure Remote Comms</a:t>
              </a:r>
              <a:endParaRPr kumimoji="0" lang="en-US" sz="18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34" name="Text 25">
              <a:extLst>
                <a:ext uri="{FF2B5EF4-FFF2-40B4-BE49-F238E27FC236}">
                  <a16:creationId xmlns:a16="http://schemas.microsoft.com/office/drawing/2014/main" id="{35D76EC7-5082-DC0C-AE59-59E9D2EEA04E}"/>
                </a:ext>
              </a:extLst>
            </p:cNvPr>
            <p:cNvSpPr/>
            <p:nvPr/>
          </p:nvSpPr>
          <p:spPr>
            <a:xfrm>
              <a:off x="8880412" y="5273657"/>
              <a:ext cx="2788920" cy="10515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505E"/>
                  </a:solidFill>
                  <a:effectLst/>
                  <a:uLnTx/>
                  <a:uFillTx/>
                  <a:latin typeface=" Arial" panose="02020603050405020304"/>
                  <a:ea typeface="Segoe UI" pitchFamily="34" charset="-122"/>
                  <a:cs typeface="Segoe UI" pitchFamily="34" charset="-120"/>
                </a:rPr>
                <a:t>Covert, low-bandwidth beaconing with adjustable frequency; short-term state retention for contextual decision-making</a:t>
              </a:r>
              <a:endParaRPr kumimoji="0" lang="en-US" sz="1600"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sp>
        <p:nvSpPr>
          <p:cNvPr id="39" name="Shape 26">
            <a:extLst>
              <a:ext uri="{FF2B5EF4-FFF2-40B4-BE49-F238E27FC236}">
                <a16:creationId xmlns:a16="http://schemas.microsoft.com/office/drawing/2014/main" id="{64587151-98CE-ECF1-CE6E-89107A2EB2B3}"/>
              </a:ext>
            </a:extLst>
          </p:cNvPr>
          <p:cNvSpPr/>
          <p:nvPr/>
        </p:nvSpPr>
        <p:spPr>
          <a:xfrm flipH="1" flipV="1">
            <a:off x="1717964" y="2651223"/>
            <a:ext cx="4238335" cy="1029368"/>
          </a:xfrm>
          <a:prstGeom prst="line">
            <a:avLst/>
          </a:prstGeom>
          <a:noFill/>
          <a:ln w="12700">
            <a:solidFill>
              <a:schemeClr val="accent1">
                <a:lumMod val="75000"/>
              </a:scheme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40" name="Shape 28">
            <a:extLst>
              <a:ext uri="{FF2B5EF4-FFF2-40B4-BE49-F238E27FC236}">
                <a16:creationId xmlns:a16="http://schemas.microsoft.com/office/drawing/2014/main" id="{B9D27156-94AF-6F68-0D81-D99B48C49AED}"/>
              </a:ext>
            </a:extLst>
          </p:cNvPr>
          <p:cNvSpPr/>
          <p:nvPr/>
        </p:nvSpPr>
        <p:spPr>
          <a:xfrm flipV="1">
            <a:off x="5956300" y="2651223"/>
            <a:ext cx="3917373" cy="1029370"/>
          </a:xfrm>
          <a:prstGeom prst="line">
            <a:avLst/>
          </a:prstGeom>
          <a:noFill/>
          <a:ln w="12700">
            <a:solidFill>
              <a:schemeClr val="accent1">
                <a:lumMod val="75000"/>
              </a:scheme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41" name="Shape 29">
            <a:extLst>
              <a:ext uri="{FF2B5EF4-FFF2-40B4-BE49-F238E27FC236}">
                <a16:creationId xmlns:a16="http://schemas.microsoft.com/office/drawing/2014/main" id="{5F631F72-E3B0-FC30-AF15-8AA59D1474D8}"/>
              </a:ext>
            </a:extLst>
          </p:cNvPr>
          <p:cNvSpPr/>
          <p:nvPr/>
        </p:nvSpPr>
        <p:spPr>
          <a:xfrm flipH="1">
            <a:off x="1551706" y="3687809"/>
            <a:ext cx="4404593" cy="1056913"/>
          </a:xfrm>
          <a:prstGeom prst="line">
            <a:avLst/>
          </a:prstGeom>
          <a:noFill/>
          <a:ln w="12700">
            <a:solidFill>
              <a:schemeClr val="accent1">
                <a:lumMod val="75000"/>
              </a:scheme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42" name="Shape 31">
            <a:extLst>
              <a:ext uri="{FF2B5EF4-FFF2-40B4-BE49-F238E27FC236}">
                <a16:creationId xmlns:a16="http://schemas.microsoft.com/office/drawing/2014/main" id="{5D63CEFE-BBF1-E8E7-EB1E-E4D38221FC63}"/>
              </a:ext>
            </a:extLst>
          </p:cNvPr>
          <p:cNvSpPr/>
          <p:nvPr/>
        </p:nvSpPr>
        <p:spPr>
          <a:xfrm>
            <a:off x="5956300" y="3687810"/>
            <a:ext cx="3963555" cy="1041756"/>
          </a:xfrm>
          <a:prstGeom prst="line">
            <a:avLst/>
          </a:prstGeom>
          <a:noFill/>
          <a:ln w="12700">
            <a:solidFill>
              <a:schemeClr val="accent1">
                <a:lumMod val="75000"/>
              </a:scheme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43" name="Shape 27">
            <a:extLst>
              <a:ext uri="{FF2B5EF4-FFF2-40B4-BE49-F238E27FC236}">
                <a16:creationId xmlns:a16="http://schemas.microsoft.com/office/drawing/2014/main" id="{3B4FBB95-4823-E475-6EF3-C32633F4ACB3}"/>
              </a:ext>
            </a:extLst>
          </p:cNvPr>
          <p:cNvSpPr/>
          <p:nvPr/>
        </p:nvSpPr>
        <p:spPr>
          <a:xfrm flipV="1">
            <a:off x="5956299" y="3695872"/>
            <a:ext cx="14991" cy="1048849"/>
          </a:xfrm>
          <a:prstGeom prst="line">
            <a:avLst/>
          </a:prstGeom>
          <a:noFill/>
          <a:ln w="12700">
            <a:solidFill>
              <a:schemeClr val="accent1">
                <a:lumMod val="75000"/>
              </a:scheme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sp>
        <p:nvSpPr>
          <p:cNvPr id="44" name="Shape 30">
            <a:extLst>
              <a:ext uri="{FF2B5EF4-FFF2-40B4-BE49-F238E27FC236}">
                <a16:creationId xmlns:a16="http://schemas.microsoft.com/office/drawing/2014/main" id="{306A7472-6BBF-8B88-99C0-7D08F5C221DA}"/>
              </a:ext>
            </a:extLst>
          </p:cNvPr>
          <p:cNvSpPr/>
          <p:nvPr/>
        </p:nvSpPr>
        <p:spPr>
          <a:xfrm flipH="1">
            <a:off x="5956299" y="2644004"/>
            <a:ext cx="0" cy="1036587"/>
          </a:xfrm>
          <a:prstGeom prst="line">
            <a:avLst/>
          </a:prstGeom>
          <a:noFill/>
          <a:ln w="12700">
            <a:solidFill>
              <a:schemeClr val="accent1">
                <a:lumMod val="75000"/>
              </a:scheme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45" name="Group 44">
            <a:extLst>
              <a:ext uri="{FF2B5EF4-FFF2-40B4-BE49-F238E27FC236}">
                <a16:creationId xmlns:a16="http://schemas.microsoft.com/office/drawing/2014/main" id="{A72E34A4-BFCE-EABF-E7ED-8C970232829D}"/>
              </a:ext>
            </a:extLst>
          </p:cNvPr>
          <p:cNvGrpSpPr/>
          <p:nvPr/>
        </p:nvGrpSpPr>
        <p:grpSpPr>
          <a:xfrm>
            <a:off x="5233774" y="3004596"/>
            <a:ext cx="1456747" cy="1371600"/>
            <a:chOff x="5233774" y="3004596"/>
            <a:chExt cx="1456747" cy="1371600"/>
          </a:xfrm>
        </p:grpSpPr>
        <p:sp>
          <p:nvSpPr>
            <p:cNvPr id="5" name="Shape 0">
              <a:extLst>
                <a:ext uri="{FF2B5EF4-FFF2-40B4-BE49-F238E27FC236}">
                  <a16:creationId xmlns:a16="http://schemas.microsoft.com/office/drawing/2014/main" id="{D0348AE1-FF91-17D7-0D63-4C6FB8502E58}"/>
                </a:ext>
              </a:extLst>
            </p:cNvPr>
            <p:cNvSpPr/>
            <p:nvPr/>
          </p:nvSpPr>
          <p:spPr>
            <a:xfrm>
              <a:off x="5233774" y="3004596"/>
              <a:ext cx="1456747" cy="1371600"/>
            </a:xfrm>
            <a:prstGeom prst="ellipse">
              <a:avLst/>
            </a:prstGeom>
            <a:solidFill>
              <a:srgbClr val="FFC000"/>
            </a:solidFill>
            <a:ln w="25400">
              <a:solidFill>
                <a:schemeClr val="accent1">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0F506AFB-1229-A2F1-498D-EF379D95321A}"/>
                </a:ext>
              </a:extLst>
            </p:cNvPr>
            <p:cNvSpPr txBox="1"/>
            <p:nvPr/>
          </p:nvSpPr>
          <p:spPr>
            <a:xfrm>
              <a:off x="5365130" y="3364644"/>
              <a:ext cx="122341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Calibri" panose="020F0502020204030204" pitchFamily="34" charset="0"/>
                  <a:cs typeface="Calibri" panose="020F0502020204030204" pitchFamily="34" charset="0"/>
                </a:rPr>
                <a:t>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F2F2F"/>
                  </a:solidFill>
                  <a:effectLst/>
                  <a:uLnTx/>
                  <a:uFillTx/>
                  <a:latin typeface=" Arial" panose="02020603050405020304"/>
                  <a:ea typeface="Calibri" panose="020F0502020204030204" pitchFamily="34" charset="0"/>
                  <a:cs typeface="Calibri" panose="020F0502020204030204" pitchFamily="34" charset="0"/>
                </a:rPr>
                <a:t>C2 CORE</a:t>
              </a:r>
            </a:p>
          </p:txBody>
        </p:sp>
      </p:grpSp>
      <p:sp>
        <p:nvSpPr>
          <p:cNvPr id="2" name="Rectangle 1">
            <a:extLst>
              <a:ext uri="{FF2B5EF4-FFF2-40B4-BE49-F238E27FC236}">
                <a16:creationId xmlns:a16="http://schemas.microsoft.com/office/drawing/2014/main" id="{EAD511E4-3B39-2134-334B-A0C9A19A0CB7}"/>
              </a:ext>
            </a:extLst>
          </p:cNvPr>
          <p:cNvSpPr/>
          <p:nvPr/>
        </p:nvSpPr>
        <p:spPr>
          <a:xfrm>
            <a:off x="9153525" y="6593228"/>
            <a:ext cx="209550" cy="188412"/>
          </a:xfrm>
          <a:prstGeom prst="rect">
            <a:avLst/>
          </a:prstGeom>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9841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2910" y="-18288"/>
            <a:ext cx="8901404" cy="1036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 Arial"/>
                <a:ea typeface="+mn-ea"/>
                <a:cs typeface="+mn-cs"/>
              </a:rPr>
              <a:t>RFP Overview: What We Need From You</a:t>
            </a:r>
            <a:endParaRPr kumimoji="0" lang="en-US" sz="2800" b="0" i="0" u="none" strike="noStrike" kern="1200" cap="none" spc="0" normalizeH="0" baseline="0" noProof="0">
              <a:ln>
                <a:noFill/>
              </a:ln>
              <a:solidFill>
                <a:prstClr val="white"/>
              </a:solidFill>
              <a:effectLst/>
              <a:uLnTx/>
              <a:uFillTx/>
              <a:latin typeface=" Arial"/>
              <a:ea typeface="+mn-ea"/>
              <a:cs typeface="+mn-cs"/>
            </a:endParaRPr>
          </a:p>
        </p:txBody>
      </p:sp>
      <p:sp>
        <p:nvSpPr>
          <p:cNvPr id="3" name="Text 1"/>
          <p:cNvSpPr/>
          <p:nvPr/>
        </p:nvSpPr>
        <p:spPr>
          <a:xfrm>
            <a:off x="548640" y="872871"/>
            <a:ext cx="10972800" cy="4267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srgbClr val="555555"/>
                </a:solidFill>
                <a:effectLst/>
                <a:uLnTx/>
                <a:uFillTx/>
                <a:latin typeface=" Arial" panose="02020603050405020304"/>
                <a:ea typeface="+mn-ea"/>
                <a:cs typeface="+mn-cs"/>
              </a:rPr>
              <a:t>Proposal must address all six sections below:</a:t>
            </a:r>
            <a:endParaRPr kumimoji="0" lang="en-US" sz="2800"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nvGrpSpPr>
          <p:cNvPr id="4" name="Group 3">
            <a:extLst>
              <a:ext uri="{FF2B5EF4-FFF2-40B4-BE49-F238E27FC236}">
                <a16:creationId xmlns:a16="http://schemas.microsoft.com/office/drawing/2014/main" id="{865C0E6D-B67C-627B-9656-A7DFB21B4814}"/>
              </a:ext>
            </a:extLst>
          </p:cNvPr>
          <p:cNvGrpSpPr/>
          <p:nvPr/>
        </p:nvGrpSpPr>
        <p:grpSpPr>
          <a:xfrm>
            <a:off x="548640" y="1520571"/>
            <a:ext cx="5120640" cy="1136904"/>
            <a:chOff x="548640" y="1987296"/>
            <a:chExt cx="5120640" cy="1136904"/>
          </a:xfrm>
        </p:grpSpPr>
        <p:sp>
          <p:nvSpPr>
            <p:cNvPr id="5" name="Text 3"/>
            <p:cNvSpPr/>
            <p:nvPr/>
          </p:nvSpPr>
          <p:spPr>
            <a:xfrm>
              <a:off x="548640" y="1987296"/>
              <a:ext cx="5120640" cy="46329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B2A4A"/>
                  </a:solidFill>
                  <a:effectLst/>
                  <a:uLnTx/>
                  <a:uFillTx/>
                  <a:latin typeface=" Arial" panose="02020603050405020304"/>
                  <a:ea typeface="+mn-ea"/>
                  <a:cs typeface="+mn-cs"/>
                </a:rPr>
                <a:t>1. Executive Summary</a:t>
              </a:r>
              <a:endParaRPr kumimoji="0" lang="en-US" sz="24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6" name="Text 4"/>
            <p:cNvSpPr/>
            <p:nvPr/>
          </p:nvSpPr>
          <p:spPr>
            <a:xfrm>
              <a:off x="548640" y="2474976"/>
              <a:ext cx="5120640" cy="649224"/>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 Arial" panose="02020603050405020304"/>
                  <a:ea typeface="+mn-ea"/>
                  <a:cs typeface="+mn-cs"/>
                </a:rPr>
                <a:t>Proposed solution overview, key differentiators, Analytic Outcomes, high-level cost &amp; schedule</a:t>
              </a:r>
              <a:endParaRPr kumimoji="0" lang="en-US"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7" name="Group 6">
            <a:extLst>
              <a:ext uri="{FF2B5EF4-FFF2-40B4-BE49-F238E27FC236}">
                <a16:creationId xmlns:a16="http://schemas.microsoft.com/office/drawing/2014/main" id="{0C9A6FC9-0AD1-B3F8-2224-7EB81ECE77FE}"/>
              </a:ext>
            </a:extLst>
          </p:cNvPr>
          <p:cNvGrpSpPr/>
          <p:nvPr/>
        </p:nvGrpSpPr>
        <p:grpSpPr>
          <a:xfrm>
            <a:off x="548640" y="3059621"/>
            <a:ext cx="5120640" cy="1185672"/>
            <a:chOff x="548640" y="3197352"/>
            <a:chExt cx="5120640" cy="1185672"/>
          </a:xfrm>
        </p:grpSpPr>
        <p:sp>
          <p:nvSpPr>
            <p:cNvPr id="8" name="Text 6"/>
            <p:cNvSpPr/>
            <p:nvPr/>
          </p:nvSpPr>
          <p:spPr>
            <a:xfrm>
              <a:off x="548640" y="3197352"/>
              <a:ext cx="5120640" cy="46329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B2A4A"/>
                  </a:solidFill>
                  <a:effectLst/>
                  <a:uLnTx/>
                  <a:uFillTx/>
                  <a:latin typeface=" Arial" panose="02020603050405020304"/>
                  <a:ea typeface="+mn-ea"/>
                  <a:cs typeface="+mn-cs"/>
                </a:rPr>
                <a:t>2. Technical Approach</a:t>
              </a:r>
              <a:endParaRPr kumimoji="0" lang="en-US" sz="24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9" name="Text 7"/>
            <p:cNvSpPr/>
            <p:nvPr/>
          </p:nvSpPr>
          <p:spPr>
            <a:xfrm>
              <a:off x="548640" y="3685032"/>
              <a:ext cx="5120640" cy="69799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 Arial" panose="02020603050405020304"/>
                  <a:ea typeface="+mn-ea"/>
                  <a:cs typeface="+mn-cs"/>
                </a:rPr>
                <a:t>Architecture, modular integration, low/no footprint, anomaly detection, technology stack</a:t>
              </a:r>
              <a:endParaRPr kumimoji="0" lang="en-US"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10" name="Group 9">
            <a:extLst>
              <a:ext uri="{FF2B5EF4-FFF2-40B4-BE49-F238E27FC236}">
                <a16:creationId xmlns:a16="http://schemas.microsoft.com/office/drawing/2014/main" id="{DD7AB019-4229-38B3-12D6-745052054259}"/>
              </a:ext>
            </a:extLst>
          </p:cNvPr>
          <p:cNvGrpSpPr/>
          <p:nvPr/>
        </p:nvGrpSpPr>
        <p:grpSpPr>
          <a:xfrm>
            <a:off x="548640" y="4647438"/>
            <a:ext cx="5120640" cy="1172337"/>
            <a:chOff x="548640" y="4514088"/>
            <a:chExt cx="5120640" cy="1172337"/>
          </a:xfrm>
        </p:grpSpPr>
        <p:sp>
          <p:nvSpPr>
            <p:cNvPr id="11" name="Text 9"/>
            <p:cNvSpPr/>
            <p:nvPr/>
          </p:nvSpPr>
          <p:spPr>
            <a:xfrm>
              <a:off x="548640" y="4514088"/>
              <a:ext cx="5120640" cy="46329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B2A4A"/>
                  </a:solidFill>
                  <a:effectLst/>
                  <a:uLnTx/>
                  <a:uFillTx/>
                  <a:latin typeface=" Arial" panose="02020603050405020304"/>
                  <a:ea typeface="+mn-ea"/>
                  <a:cs typeface="+mn-cs"/>
                </a:rPr>
                <a:t>3. DevSecOps &amp; Compliance</a:t>
              </a:r>
              <a:endParaRPr kumimoji="0" lang="en-US" sz="24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12" name="Text 10"/>
            <p:cNvSpPr/>
            <p:nvPr/>
          </p:nvSpPr>
          <p:spPr>
            <a:xfrm>
              <a:off x="548640" y="5001768"/>
              <a:ext cx="5120640" cy="684657"/>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 Arial" panose="02020603050405020304"/>
                  <a:ea typeface="+mn-ea"/>
                  <a:cs typeface="+mn-cs"/>
                </a:rPr>
                <a:t>DSOP pipeline alignment, security architecture, ATO compliance strategy</a:t>
              </a:r>
              <a:endParaRPr kumimoji="0" lang="en-US"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13" name="Group 12">
            <a:extLst>
              <a:ext uri="{FF2B5EF4-FFF2-40B4-BE49-F238E27FC236}">
                <a16:creationId xmlns:a16="http://schemas.microsoft.com/office/drawing/2014/main" id="{C365BC41-C8DE-E399-928F-92C79722F97E}"/>
              </a:ext>
            </a:extLst>
          </p:cNvPr>
          <p:cNvGrpSpPr/>
          <p:nvPr/>
        </p:nvGrpSpPr>
        <p:grpSpPr>
          <a:xfrm>
            <a:off x="6640830" y="1520571"/>
            <a:ext cx="5120640" cy="1136904"/>
            <a:chOff x="6640830" y="1987296"/>
            <a:chExt cx="5120640" cy="1136904"/>
          </a:xfrm>
        </p:grpSpPr>
        <p:sp>
          <p:nvSpPr>
            <p:cNvPr id="14" name="Text 12"/>
            <p:cNvSpPr/>
            <p:nvPr/>
          </p:nvSpPr>
          <p:spPr>
            <a:xfrm>
              <a:off x="6640830" y="1987296"/>
              <a:ext cx="5120640" cy="46329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B2A4A"/>
                  </a:solidFill>
                  <a:effectLst/>
                  <a:uLnTx/>
                  <a:uFillTx/>
                  <a:latin typeface=" Arial" panose="02020603050405020304"/>
                  <a:ea typeface="+mn-ea"/>
                  <a:cs typeface="+mn-cs"/>
                </a:rPr>
                <a:t>4. Implementation Plan</a:t>
              </a:r>
              <a:endParaRPr kumimoji="0" lang="en-US" sz="24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15" name="Text 13"/>
            <p:cNvSpPr/>
            <p:nvPr/>
          </p:nvSpPr>
          <p:spPr>
            <a:xfrm>
              <a:off x="6640830" y="2474976"/>
              <a:ext cx="5120640" cy="649224"/>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 Arial" panose="02020603050405020304"/>
                  <a:ea typeface="+mn-ea"/>
                  <a:cs typeface="+mn-cs"/>
                </a:rPr>
                <a:t>Detailed schedule, milestones, resource plan, risk mitigation</a:t>
              </a:r>
              <a:endParaRPr kumimoji="0" lang="en-US"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16" name="Group 15">
            <a:extLst>
              <a:ext uri="{FF2B5EF4-FFF2-40B4-BE49-F238E27FC236}">
                <a16:creationId xmlns:a16="http://schemas.microsoft.com/office/drawing/2014/main" id="{F1D5890B-4BCB-C7B9-EC3C-89DE968984D5}"/>
              </a:ext>
            </a:extLst>
          </p:cNvPr>
          <p:cNvGrpSpPr/>
          <p:nvPr/>
        </p:nvGrpSpPr>
        <p:grpSpPr>
          <a:xfrm>
            <a:off x="6640830" y="3064003"/>
            <a:ext cx="5120640" cy="1136523"/>
            <a:chOff x="6640830" y="3197352"/>
            <a:chExt cx="5120640" cy="1136523"/>
          </a:xfrm>
        </p:grpSpPr>
        <p:sp>
          <p:nvSpPr>
            <p:cNvPr id="17" name="Text 15"/>
            <p:cNvSpPr/>
            <p:nvPr/>
          </p:nvSpPr>
          <p:spPr>
            <a:xfrm>
              <a:off x="6640830" y="3197352"/>
              <a:ext cx="5120640" cy="46329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B2A4A"/>
                  </a:solidFill>
                  <a:effectLst/>
                  <a:uLnTx/>
                  <a:uFillTx/>
                  <a:latin typeface=" Arial" panose="02020603050405020304"/>
                  <a:ea typeface="+mn-ea"/>
                  <a:cs typeface="+mn-cs"/>
                </a:rPr>
                <a:t>5. Cost Proposal</a:t>
              </a:r>
              <a:endParaRPr kumimoji="0" lang="en-US" sz="24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18" name="Text 16"/>
            <p:cNvSpPr/>
            <p:nvPr/>
          </p:nvSpPr>
          <p:spPr>
            <a:xfrm>
              <a:off x="6640830" y="3685032"/>
              <a:ext cx="5120640" cy="648843"/>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 Arial" panose="02020603050405020304"/>
                  <a:ea typeface="+mn-ea"/>
                  <a:cs typeface="+mn-cs"/>
                </a:rPr>
                <a:t>Detailed cost breakdown by phase, labor rates, subcontractors (separate document)</a:t>
              </a:r>
              <a:endParaRPr kumimoji="0" lang="en-US"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grpSp>
        <p:nvGrpSpPr>
          <p:cNvPr id="19" name="Group 18">
            <a:extLst>
              <a:ext uri="{FF2B5EF4-FFF2-40B4-BE49-F238E27FC236}">
                <a16:creationId xmlns:a16="http://schemas.microsoft.com/office/drawing/2014/main" id="{2E9AAC63-819F-BD27-8CAC-736BD45CF6B2}"/>
              </a:ext>
            </a:extLst>
          </p:cNvPr>
          <p:cNvGrpSpPr/>
          <p:nvPr/>
        </p:nvGrpSpPr>
        <p:grpSpPr>
          <a:xfrm>
            <a:off x="6640830" y="4647438"/>
            <a:ext cx="5120640" cy="1172337"/>
            <a:chOff x="6640830" y="4514088"/>
            <a:chExt cx="5120640" cy="1172337"/>
          </a:xfrm>
        </p:grpSpPr>
        <p:sp>
          <p:nvSpPr>
            <p:cNvPr id="20" name="Text 18"/>
            <p:cNvSpPr/>
            <p:nvPr/>
          </p:nvSpPr>
          <p:spPr>
            <a:xfrm>
              <a:off x="6640830" y="4514088"/>
              <a:ext cx="5120640" cy="46329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B2A4A"/>
                  </a:solidFill>
                  <a:effectLst/>
                  <a:uLnTx/>
                  <a:uFillTx/>
                  <a:latin typeface=" Arial" panose="02020603050405020304"/>
                  <a:ea typeface="+mn-ea"/>
                  <a:cs typeface="+mn-cs"/>
                </a:rPr>
                <a:t>6. Past Performance</a:t>
              </a:r>
              <a:endParaRPr kumimoji="0" lang="en-US" sz="2400" b="0" i="0" u="none" strike="noStrike" kern="1200" cap="none" spc="0" normalizeH="0" baseline="0" noProof="0">
                <a:ln>
                  <a:noFill/>
                </a:ln>
                <a:solidFill>
                  <a:srgbClr val="2F2F2F"/>
                </a:solidFill>
                <a:effectLst/>
                <a:uLnTx/>
                <a:uFillTx/>
                <a:latin typeface=" Arial" panose="02020603050405020304"/>
                <a:ea typeface="+mn-ea"/>
                <a:cs typeface="+mn-cs"/>
              </a:endParaRPr>
            </a:p>
          </p:txBody>
        </p:sp>
        <p:sp>
          <p:nvSpPr>
            <p:cNvPr id="21" name="Text 19"/>
            <p:cNvSpPr/>
            <p:nvPr/>
          </p:nvSpPr>
          <p:spPr>
            <a:xfrm>
              <a:off x="6640830" y="5001768"/>
              <a:ext cx="5120640" cy="684657"/>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 Arial" panose="02020603050405020304"/>
                  <a:ea typeface="+mn-ea"/>
                  <a:cs typeface="+mn-cs"/>
                </a:rPr>
                <a:t>Relevant experience, references, team qualifications, case studies</a:t>
              </a:r>
              <a:endParaRPr kumimoji="0" lang="en-US" b="0" i="0" u="none" strike="noStrike" kern="1200" cap="none" spc="0" normalizeH="0" baseline="0" noProof="0">
                <a:ln>
                  <a:noFill/>
                </a:ln>
                <a:solidFill>
                  <a:srgbClr val="2F2F2F"/>
                </a:solidFill>
                <a:effectLst/>
                <a:uLnTx/>
                <a:uFillTx/>
                <a:latin typeface=" Arial" panose="02020603050405020304"/>
                <a:ea typeface="+mn-ea"/>
                <a:cs typeface="+mn-cs"/>
              </a:endParaRPr>
            </a:p>
          </p:txBody>
        </p:sp>
      </p:grpSp>
      <p:sp>
        <p:nvSpPr>
          <p:cNvPr id="25" name="Slide Number Placeholder 0"/>
          <p:cNvSpPr>
            <a:spLocks noGrp="1"/>
          </p:cNvSpPr>
          <p:nvPr>
            <p:ph type="sldNum" sz="quarter" idx="4294967295"/>
          </p:nvPr>
        </p:nvSpPr>
        <p:spPr>
          <a:xfrm>
            <a:off x="274320" y="6400800"/>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smtClean="0">
                <a:ln>
                  <a:noFill/>
                </a:ln>
                <a:solidFill>
                  <a:srgbClr val="FFFFFF"/>
                </a:solidFill>
                <a:effectLst/>
                <a:uLnTx/>
                <a:uFillTx/>
                <a:latin typeface="Montserra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srgbClr val="FFFFFF"/>
              </a:solidFill>
              <a:effectLst/>
              <a:uLnTx/>
              <a:uFillTx/>
              <a:latin typeface="Montserra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8561" y="64822"/>
            <a:ext cx="4301412" cy="8961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 Arial"/>
                <a:ea typeface="+mn-ea"/>
                <a:cs typeface="+mn-cs"/>
              </a:rPr>
              <a:t>Evaluation Criteria</a:t>
            </a:r>
            <a:endParaRPr kumimoji="0" lang="en-US" sz="2800" b="0" i="0" u="none" strike="noStrike" kern="1200" cap="none" spc="0" normalizeH="0" baseline="0" noProof="0">
              <a:ln>
                <a:noFill/>
              </a:ln>
              <a:solidFill>
                <a:prstClr val="white"/>
              </a:solidFill>
              <a:effectLst/>
              <a:uLnTx/>
              <a:uFillTx/>
              <a:latin typeface=" Arial"/>
              <a:ea typeface="+mn-ea"/>
              <a:cs typeface="+mn-cs"/>
            </a:endParaRPr>
          </a:p>
        </p:txBody>
      </p:sp>
      <p:grpSp>
        <p:nvGrpSpPr>
          <p:cNvPr id="29" name="Group 28">
            <a:extLst>
              <a:ext uri="{FF2B5EF4-FFF2-40B4-BE49-F238E27FC236}">
                <a16:creationId xmlns:a16="http://schemas.microsoft.com/office/drawing/2014/main" id="{AE844F19-8252-DADB-66E4-6E7890B5394F}"/>
              </a:ext>
            </a:extLst>
          </p:cNvPr>
          <p:cNvGrpSpPr/>
          <p:nvPr/>
        </p:nvGrpSpPr>
        <p:grpSpPr>
          <a:xfrm>
            <a:off x="365760" y="805382"/>
            <a:ext cx="11277600" cy="1072896"/>
            <a:chOff x="365760" y="691082"/>
            <a:chExt cx="11277600" cy="1072896"/>
          </a:xfrm>
        </p:grpSpPr>
        <p:sp>
          <p:nvSpPr>
            <p:cNvPr id="4" name="Shape 2"/>
            <p:cNvSpPr/>
            <p:nvPr/>
          </p:nvSpPr>
          <p:spPr>
            <a:xfrm>
              <a:off x="365760" y="691082"/>
              <a:ext cx="1584960" cy="1072896"/>
            </a:xfrm>
            <a:prstGeom prst="rect">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3" name="Group 2">
              <a:extLst>
                <a:ext uri="{FF2B5EF4-FFF2-40B4-BE49-F238E27FC236}">
                  <a16:creationId xmlns:a16="http://schemas.microsoft.com/office/drawing/2014/main" id="{484D896C-D731-4432-1A7B-241C7F1BB87C}"/>
                </a:ext>
              </a:extLst>
            </p:cNvPr>
            <p:cNvGrpSpPr/>
            <p:nvPr/>
          </p:nvGrpSpPr>
          <p:grpSpPr>
            <a:xfrm>
              <a:off x="365760" y="691082"/>
              <a:ext cx="11277600" cy="1072896"/>
              <a:chOff x="365760" y="691082"/>
              <a:chExt cx="11277600" cy="1072896"/>
            </a:xfrm>
          </p:grpSpPr>
          <p:sp>
            <p:nvSpPr>
              <p:cNvPr id="5" name="Text 3"/>
              <p:cNvSpPr/>
              <p:nvPr/>
            </p:nvSpPr>
            <p:spPr>
              <a:xfrm>
                <a:off x="365760" y="691082"/>
                <a:ext cx="1584960" cy="1072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 Arial" panose="02020603050405020304"/>
                  </a:rPr>
                  <a:t>40%</a:t>
                </a:r>
                <a:endParaRPr kumimoji="0" lang="en-US" sz="4400" b="0" i="0" u="none" strike="noStrike" kern="1200" cap="none" spc="0" normalizeH="0" baseline="0" noProof="0">
                  <a:ln>
                    <a:noFill/>
                  </a:ln>
                  <a:solidFill>
                    <a:srgbClr val="2F2F2F"/>
                  </a:solidFill>
                  <a:effectLst/>
                  <a:uLnTx/>
                  <a:uFillTx/>
                  <a:latin typeface=" Arial" panose="02020603050405020304"/>
                </a:endParaRPr>
              </a:p>
            </p:txBody>
          </p:sp>
          <p:sp>
            <p:nvSpPr>
              <p:cNvPr id="6" name="Shape 4"/>
              <p:cNvSpPr/>
              <p:nvPr/>
            </p:nvSpPr>
            <p:spPr>
              <a:xfrm>
                <a:off x="2011680" y="691082"/>
                <a:ext cx="9631680" cy="1072896"/>
              </a:xfrm>
              <a:prstGeom prst="rect">
                <a:avLst/>
              </a:prstGeom>
              <a:solidFill>
                <a:srgbClr val="F7F9FC"/>
              </a:solidFill>
              <a:ln w="9525">
                <a:solidFill>
                  <a:srgbClr val="1B2A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7" name="Text 5"/>
              <p:cNvSpPr/>
              <p:nvPr/>
            </p:nvSpPr>
            <p:spPr>
              <a:xfrm>
                <a:off x="2118360" y="715466"/>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1B2A4A"/>
                    </a:solidFill>
                    <a:effectLst/>
                    <a:uLnTx/>
                    <a:uFillTx/>
                    <a:latin typeface="Arial" panose="020B0604020202020204" pitchFamily="34" charset="0"/>
                    <a:cs typeface="Arial" panose="020B0604020202020204" pitchFamily="34" charset="0"/>
                  </a:rPr>
                  <a:t>Technical Approach</a:t>
                </a:r>
                <a:endParaRPr kumimoji="0" lang="en-US" sz="36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8" name="Text 6"/>
              <p:cNvSpPr/>
              <p:nvPr/>
            </p:nvSpPr>
            <p:spPr>
              <a:xfrm>
                <a:off x="2194560" y="1304111"/>
                <a:ext cx="9448800" cy="38339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Architecture soundness, no persistent footprint, anomaly detection, modular, secure comms</a:t>
                </a:r>
                <a:endParaRPr kumimoji="0" lang="en-US"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grpSp>
      </p:grpSp>
      <p:grpSp>
        <p:nvGrpSpPr>
          <p:cNvPr id="34" name="Group 33">
            <a:extLst>
              <a:ext uri="{FF2B5EF4-FFF2-40B4-BE49-F238E27FC236}">
                <a16:creationId xmlns:a16="http://schemas.microsoft.com/office/drawing/2014/main" id="{593D34C7-D4A4-BCF6-E665-EE14C49ED2B9}"/>
              </a:ext>
            </a:extLst>
          </p:cNvPr>
          <p:cNvGrpSpPr/>
          <p:nvPr/>
        </p:nvGrpSpPr>
        <p:grpSpPr>
          <a:xfrm>
            <a:off x="365760" y="1896843"/>
            <a:ext cx="11277600" cy="1105662"/>
            <a:chOff x="365760" y="1801593"/>
            <a:chExt cx="11277600" cy="1105662"/>
          </a:xfrm>
        </p:grpSpPr>
        <p:sp>
          <p:nvSpPr>
            <p:cNvPr id="9" name="Shape 7"/>
            <p:cNvSpPr/>
            <p:nvPr/>
          </p:nvSpPr>
          <p:spPr>
            <a:xfrm>
              <a:off x="365760" y="1834359"/>
              <a:ext cx="1584960" cy="1072896"/>
            </a:xfrm>
            <a:prstGeom prst="rect">
              <a:avLst/>
            </a:prstGeom>
            <a:solidFill>
              <a:srgbClr val="4A7C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10" name="Text 8"/>
            <p:cNvSpPr/>
            <p:nvPr/>
          </p:nvSpPr>
          <p:spPr>
            <a:xfrm>
              <a:off x="365760" y="1824834"/>
              <a:ext cx="1584960" cy="1072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25%</a:t>
              </a:r>
              <a:endParaRPr kumimoji="0" lang="en-US" sz="44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11" name="Shape 9"/>
            <p:cNvSpPr/>
            <p:nvPr/>
          </p:nvSpPr>
          <p:spPr>
            <a:xfrm>
              <a:off x="2011680" y="1828748"/>
              <a:ext cx="9631680" cy="1072896"/>
            </a:xfrm>
            <a:prstGeom prst="rect">
              <a:avLst/>
            </a:prstGeom>
            <a:solidFill>
              <a:srgbClr val="F7F9FC"/>
            </a:solidFill>
            <a:ln w="9525">
              <a:solidFill>
                <a:srgbClr val="4A7C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12" name="Text 10"/>
            <p:cNvSpPr/>
            <p:nvPr/>
          </p:nvSpPr>
          <p:spPr>
            <a:xfrm>
              <a:off x="2175510" y="1801593"/>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4A7C2F"/>
                  </a:solidFill>
                  <a:effectLst/>
                  <a:uLnTx/>
                  <a:uFillTx/>
                  <a:latin typeface="Arial" panose="020B0604020202020204" pitchFamily="34" charset="0"/>
                  <a:cs typeface="Arial" panose="020B0604020202020204" pitchFamily="34" charset="0"/>
                </a:rPr>
                <a:t>Modular Design</a:t>
              </a:r>
              <a:endParaRPr kumimoji="0" lang="en-US" sz="36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13" name="Text 11"/>
            <p:cNvSpPr/>
            <p:nvPr/>
          </p:nvSpPr>
          <p:spPr>
            <a:xfrm>
              <a:off x="2194560" y="2380713"/>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Self contained, independent modules, well-designed interface(s)</a:t>
              </a:r>
              <a:endParaRPr kumimoji="0" lang="en-US"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grpSp>
      <p:grpSp>
        <p:nvGrpSpPr>
          <p:cNvPr id="35" name="Group 34">
            <a:extLst>
              <a:ext uri="{FF2B5EF4-FFF2-40B4-BE49-F238E27FC236}">
                <a16:creationId xmlns:a16="http://schemas.microsoft.com/office/drawing/2014/main" id="{AA16C1CE-8A1F-1F30-98F7-CB97584C0DB1}"/>
              </a:ext>
            </a:extLst>
          </p:cNvPr>
          <p:cNvGrpSpPr/>
          <p:nvPr/>
        </p:nvGrpSpPr>
        <p:grpSpPr>
          <a:xfrm>
            <a:off x="365760" y="3047948"/>
            <a:ext cx="11277600" cy="1105662"/>
            <a:chOff x="365760" y="3009848"/>
            <a:chExt cx="11277600" cy="1105662"/>
          </a:xfrm>
        </p:grpSpPr>
        <p:sp>
          <p:nvSpPr>
            <p:cNvPr id="14" name="Shape 12"/>
            <p:cNvSpPr/>
            <p:nvPr/>
          </p:nvSpPr>
          <p:spPr>
            <a:xfrm>
              <a:off x="365760" y="3033089"/>
              <a:ext cx="1584960" cy="1072896"/>
            </a:xfrm>
            <a:prstGeom prst="rect">
              <a:avLst/>
            </a:prstGeom>
            <a:solidFill>
              <a:srgbClr val="7B4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31" name="Group 30">
              <a:extLst>
                <a:ext uri="{FF2B5EF4-FFF2-40B4-BE49-F238E27FC236}">
                  <a16:creationId xmlns:a16="http://schemas.microsoft.com/office/drawing/2014/main" id="{FFE1AD36-D24C-5984-92B6-2E74DAAA156D}"/>
                </a:ext>
              </a:extLst>
            </p:cNvPr>
            <p:cNvGrpSpPr/>
            <p:nvPr/>
          </p:nvGrpSpPr>
          <p:grpSpPr>
            <a:xfrm>
              <a:off x="365760" y="3009848"/>
              <a:ext cx="11277600" cy="1105662"/>
              <a:chOff x="365760" y="3047948"/>
              <a:chExt cx="11277600" cy="1105662"/>
            </a:xfrm>
          </p:grpSpPr>
          <p:sp>
            <p:nvSpPr>
              <p:cNvPr id="15" name="Text 13"/>
              <p:cNvSpPr/>
              <p:nvPr/>
            </p:nvSpPr>
            <p:spPr>
              <a:xfrm>
                <a:off x="365760" y="3080714"/>
                <a:ext cx="1584960" cy="1072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15%</a:t>
                </a:r>
                <a:endParaRPr kumimoji="0" lang="en-US" sz="44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16" name="Shape 14"/>
              <p:cNvSpPr/>
              <p:nvPr/>
            </p:nvSpPr>
            <p:spPr>
              <a:xfrm>
                <a:off x="2011680" y="3071189"/>
                <a:ext cx="9631680" cy="1072896"/>
              </a:xfrm>
              <a:prstGeom prst="rect">
                <a:avLst/>
              </a:prstGeom>
              <a:solidFill>
                <a:srgbClr val="F7F9FC"/>
              </a:solidFill>
              <a:ln w="9525">
                <a:solidFill>
                  <a:srgbClr val="7B4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17" name="Text 15"/>
              <p:cNvSpPr/>
              <p:nvPr/>
            </p:nvSpPr>
            <p:spPr>
              <a:xfrm>
                <a:off x="2194560" y="3047948"/>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7B4F00"/>
                    </a:solidFill>
                    <a:effectLst/>
                    <a:uLnTx/>
                    <a:uFillTx/>
                    <a:latin typeface="Arial" panose="020B0604020202020204" pitchFamily="34" charset="0"/>
                    <a:cs typeface="Arial" panose="020B0604020202020204" pitchFamily="34" charset="0"/>
                  </a:rPr>
                  <a:t>Schedule &amp; Resource Plan</a:t>
                </a:r>
                <a:endParaRPr kumimoji="0" lang="en-US" sz="36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18" name="Text 16"/>
              <p:cNvSpPr/>
              <p:nvPr/>
            </p:nvSpPr>
            <p:spPr>
              <a:xfrm>
                <a:off x="2223135" y="3655643"/>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Realistic prototype timeline, milestones, team qualifications, risk mitigation</a:t>
                </a:r>
                <a:endParaRPr kumimoji="0" lang="en-US"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grpSp>
      </p:grpSp>
      <p:grpSp>
        <p:nvGrpSpPr>
          <p:cNvPr id="36" name="Group 35">
            <a:extLst>
              <a:ext uri="{FF2B5EF4-FFF2-40B4-BE49-F238E27FC236}">
                <a16:creationId xmlns:a16="http://schemas.microsoft.com/office/drawing/2014/main" id="{87A0DAB0-3A57-CECF-8866-A16E276D3C63}"/>
              </a:ext>
            </a:extLst>
          </p:cNvPr>
          <p:cNvGrpSpPr/>
          <p:nvPr/>
        </p:nvGrpSpPr>
        <p:grpSpPr>
          <a:xfrm>
            <a:off x="365760" y="4185614"/>
            <a:ext cx="11277600" cy="1105662"/>
            <a:chOff x="365760" y="4242764"/>
            <a:chExt cx="11277600" cy="1105662"/>
          </a:xfrm>
        </p:grpSpPr>
        <p:sp>
          <p:nvSpPr>
            <p:cNvPr id="19" name="Shape 17"/>
            <p:cNvSpPr/>
            <p:nvPr/>
          </p:nvSpPr>
          <p:spPr>
            <a:xfrm>
              <a:off x="365760" y="4275530"/>
              <a:ext cx="1584960" cy="1072896"/>
            </a:xfrm>
            <a:prstGeom prst="rect">
              <a:avLst/>
            </a:prstGeom>
            <a:solidFill>
              <a:srgbClr val="AA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32" name="Group 31">
              <a:extLst>
                <a:ext uri="{FF2B5EF4-FFF2-40B4-BE49-F238E27FC236}">
                  <a16:creationId xmlns:a16="http://schemas.microsoft.com/office/drawing/2014/main" id="{24EF041B-E24D-2494-D12E-3E5F6CB1AD03}"/>
                </a:ext>
              </a:extLst>
            </p:cNvPr>
            <p:cNvGrpSpPr/>
            <p:nvPr/>
          </p:nvGrpSpPr>
          <p:grpSpPr>
            <a:xfrm>
              <a:off x="365760" y="4242764"/>
              <a:ext cx="11277600" cy="1105662"/>
              <a:chOff x="365760" y="4242764"/>
              <a:chExt cx="11277600" cy="1105662"/>
            </a:xfrm>
          </p:grpSpPr>
          <p:sp>
            <p:nvSpPr>
              <p:cNvPr id="20" name="Text 18"/>
              <p:cNvSpPr/>
              <p:nvPr/>
            </p:nvSpPr>
            <p:spPr>
              <a:xfrm>
                <a:off x="365760" y="4275530"/>
                <a:ext cx="1584960" cy="1072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15%</a:t>
                </a:r>
                <a:endParaRPr kumimoji="0" lang="en-US" sz="44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21" name="Shape 19"/>
              <p:cNvSpPr/>
              <p:nvPr/>
            </p:nvSpPr>
            <p:spPr>
              <a:xfrm>
                <a:off x="2011680" y="4275530"/>
                <a:ext cx="9631680" cy="1072896"/>
              </a:xfrm>
              <a:prstGeom prst="rect">
                <a:avLst/>
              </a:prstGeom>
              <a:solidFill>
                <a:srgbClr val="F7F9FC"/>
              </a:solidFill>
              <a:ln w="9525">
                <a:solidFill>
                  <a:srgbClr val="AA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22" name="Text 20"/>
              <p:cNvSpPr/>
              <p:nvPr/>
            </p:nvSpPr>
            <p:spPr>
              <a:xfrm>
                <a:off x="2156460" y="4242764"/>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AA0000"/>
                    </a:solidFill>
                    <a:effectLst/>
                    <a:uLnTx/>
                    <a:uFillTx/>
                    <a:latin typeface="Arial" panose="020B0604020202020204" pitchFamily="34" charset="0"/>
                    <a:cs typeface="Arial" panose="020B0604020202020204" pitchFamily="34" charset="0"/>
                  </a:rPr>
                  <a:t>Cost</a:t>
                </a:r>
                <a:endParaRPr kumimoji="0" lang="en-US" sz="36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23" name="Text 21"/>
              <p:cNvSpPr/>
              <p:nvPr/>
            </p:nvSpPr>
            <p:spPr>
              <a:xfrm>
                <a:off x="2194560" y="4869509"/>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Competitive, transparent, and justified pricing by phase and deliverable</a:t>
                </a:r>
                <a:endParaRPr kumimoji="0" lang="en-US"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grpSp>
      </p:grpSp>
      <p:grpSp>
        <p:nvGrpSpPr>
          <p:cNvPr id="37" name="Group 36">
            <a:extLst>
              <a:ext uri="{FF2B5EF4-FFF2-40B4-BE49-F238E27FC236}">
                <a16:creationId xmlns:a16="http://schemas.microsoft.com/office/drawing/2014/main" id="{F8BF27F8-036A-0EFD-2E17-63F5C8FAD133}"/>
              </a:ext>
            </a:extLst>
          </p:cNvPr>
          <p:cNvGrpSpPr/>
          <p:nvPr/>
        </p:nvGrpSpPr>
        <p:grpSpPr>
          <a:xfrm>
            <a:off x="365760" y="5342330"/>
            <a:ext cx="11277600" cy="1096137"/>
            <a:chOff x="365760" y="5342330"/>
            <a:chExt cx="11277600" cy="1096137"/>
          </a:xfrm>
        </p:grpSpPr>
        <p:grpSp>
          <p:nvGrpSpPr>
            <p:cNvPr id="33" name="Group 32">
              <a:extLst>
                <a:ext uri="{FF2B5EF4-FFF2-40B4-BE49-F238E27FC236}">
                  <a16:creationId xmlns:a16="http://schemas.microsoft.com/office/drawing/2014/main" id="{C1BC1E29-8C1D-8BFE-D70F-6A4ABD4309D8}"/>
                </a:ext>
              </a:extLst>
            </p:cNvPr>
            <p:cNvGrpSpPr/>
            <p:nvPr/>
          </p:nvGrpSpPr>
          <p:grpSpPr>
            <a:xfrm>
              <a:off x="365760" y="5342330"/>
              <a:ext cx="11277600" cy="1096137"/>
              <a:chOff x="365760" y="5447105"/>
              <a:chExt cx="11277600" cy="1096137"/>
            </a:xfrm>
          </p:grpSpPr>
          <p:sp>
            <p:nvSpPr>
              <p:cNvPr id="24" name="Shape 22"/>
              <p:cNvSpPr/>
              <p:nvPr/>
            </p:nvSpPr>
            <p:spPr>
              <a:xfrm>
                <a:off x="365760" y="5470346"/>
                <a:ext cx="1584960" cy="1072896"/>
              </a:xfrm>
              <a:prstGeom prst="rect">
                <a:avLst/>
              </a:prstGeom>
              <a:solidFill>
                <a:srgbClr val="5555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26" name="Shape 24"/>
              <p:cNvSpPr/>
              <p:nvPr/>
            </p:nvSpPr>
            <p:spPr>
              <a:xfrm>
                <a:off x="2011680" y="5470346"/>
                <a:ext cx="9631680" cy="1072896"/>
              </a:xfrm>
              <a:prstGeom prst="rect">
                <a:avLst/>
              </a:prstGeom>
              <a:solidFill>
                <a:srgbClr val="F7F9FC"/>
              </a:solidFill>
              <a:ln w="9525">
                <a:solidFill>
                  <a:srgbClr val="5555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27" name="Text 25"/>
              <p:cNvSpPr/>
              <p:nvPr/>
            </p:nvSpPr>
            <p:spPr>
              <a:xfrm>
                <a:off x="2194560" y="5447105"/>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555555"/>
                    </a:solidFill>
                    <a:effectLst/>
                    <a:uLnTx/>
                    <a:uFillTx/>
                    <a:latin typeface="Arial" panose="020B0604020202020204" pitchFamily="34" charset="0"/>
                    <a:cs typeface="Arial" panose="020B0604020202020204" pitchFamily="34" charset="0"/>
                  </a:rPr>
                  <a:t>Past Performance</a:t>
                </a:r>
                <a:endParaRPr kumimoji="0" lang="en-US" sz="3600"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sp>
            <p:nvSpPr>
              <p:cNvPr id="28" name="Text 26"/>
              <p:cNvSpPr/>
              <p:nvPr/>
            </p:nvSpPr>
            <p:spPr>
              <a:xfrm>
                <a:off x="2204085" y="6045275"/>
                <a:ext cx="9265920" cy="402336"/>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444444"/>
                    </a:solidFill>
                    <a:effectLst/>
                    <a:uLnTx/>
                    <a:uFillTx/>
                    <a:latin typeface="Arial" panose="020B0604020202020204" pitchFamily="34" charset="0"/>
                    <a:cs typeface="Arial" panose="020B0604020202020204" pitchFamily="34" charset="0"/>
                  </a:rPr>
                  <a:t>Relevant experience with similar application design and production successes</a:t>
                </a:r>
                <a:endParaRPr kumimoji="0" lang="en-US" b="0" i="0" u="none" strike="noStrike" kern="1200" cap="none" spc="0" normalizeH="0" baseline="0" noProof="0">
                  <a:ln>
                    <a:noFill/>
                  </a:ln>
                  <a:solidFill>
                    <a:srgbClr val="2F2F2F"/>
                  </a:solidFill>
                  <a:effectLst/>
                  <a:uLnTx/>
                  <a:uFillTx/>
                  <a:latin typeface="Arial" panose="020B0604020202020204" pitchFamily="34" charset="0"/>
                  <a:cs typeface="Arial" panose="020B0604020202020204" pitchFamily="34" charset="0"/>
                </a:endParaRPr>
              </a:p>
            </p:txBody>
          </p:sp>
        </p:grpSp>
        <p:sp>
          <p:nvSpPr>
            <p:cNvPr id="25" name="Text 23"/>
            <p:cNvSpPr/>
            <p:nvPr/>
          </p:nvSpPr>
          <p:spPr>
            <a:xfrm>
              <a:off x="365760" y="5365571"/>
              <a:ext cx="1584960" cy="1072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Narrow" panose="020B0606020202030204" pitchFamily="34" charset="0"/>
                </a:rPr>
                <a:t>Factor</a:t>
              </a:r>
              <a:endParaRPr kumimoji="0" lang="en-US" sz="4400" b="0" i="0" u="none" strike="noStrike" kern="1200" cap="none" spc="0" normalizeH="0" baseline="0" noProof="0">
                <a:ln>
                  <a:noFill/>
                </a:ln>
                <a:solidFill>
                  <a:srgbClr val="2F2F2F"/>
                </a:solidFill>
                <a:effectLst/>
                <a:uLnTx/>
                <a:uFillTx/>
                <a:latin typeface="Arial Narrow" panose="020B060602020203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3855" y="9525"/>
            <a:ext cx="6217920" cy="10058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 Arial"/>
                <a:ea typeface="+mn-ea"/>
                <a:cs typeface="+mn-cs"/>
              </a:rPr>
              <a:t>Innovation Path &amp; Timeline</a:t>
            </a:r>
            <a:endParaRPr kumimoji="0" lang="en-US" sz="2800" b="0" i="0" u="none" strike="noStrike" kern="1200" cap="none" spc="0" normalizeH="0" baseline="0" noProof="0">
              <a:ln>
                <a:noFill/>
              </a:ln>
              <a:solidFill>
                <a:prstClr val="white"/>
              </a:solidFill>
              <a:effectLst/>
              <a:uLnTx/>
              <a:uFillTx/>
              <a:latin typeface=" Arial"/>
              <a:ea typeface="+mn-ea"/>
              <a:cs typeface="+mn-cs"/>
            </a:endParaRPr>
          </a:p>
        </p:txBody>
      </p:sp>
      <p:sp>
        <p:nvSpPr>
          <p:cNvPr id="13" name="Text 11"/>
          <p:cNvSpPr/>
          <p:nvPr/>
        </p:nvSpPr>
        <p:spPr>
          <a:xfrm>
            <a:off x="4267200" y="2337628"/>
            <a:ext cx="1706880" cy="3048000"/>
          </a:xfrm>
          <a:prstGeom prst="rect">
            <a:avLst/>
          </a:prstGeom>
          <a:noFill/>
          <a:ln/>
        </p:spPr>
        <p:txBody>
          <a:bodyPr wrap="square" rtlCol="0" anchor="t"/>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333" b="1" i="0" u="none" strike="noStrike" kern="1200" cap="none" spc="0" normalizeH="0" baseline="0" noProof="0">
                <a:ln>
                  <a:noFill/>
                </a:ln>
                <a:solidFill>
                  <a:srgbClr val="FFFFFF"/>
                </a:solidFill>
                <a:effectLst/>
                <a:uLnTx/>
                <a:uFillTx/>
                <a:latin typeface="Montserrat"/>
                <a:ea typeface="+mn-ea"/>
                <a:cs typeface="+mn-cs"/>
              </a:rPr>
              <a:t>SQLite File</a:t>
            </a:r>
            <a:endParaRPr kumimoji="0" lang="en-US" sz="1333" b="0" i="0" u="none" strike="noStrike" kern="1200" cap="none" spc="0" normalizeH="0" baseline="0" noProof="0">
              <a:ln>
                <a:noFill/>
              </a:ln>
              <a:solidFill>
                <a:srgbClr val="2F2F2F"/>
              </a:solidFill>
              <a:effectLst/>
              <a:uLnTx/>
              <a:uFillTx/>
              <a:latin typeface="Montserrat"/>
              <a:ea typeface="+mn-ea"/>
              <a:cs typeface="+mn-cs"/>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333" b="1" i="0" u="none" strike="noStrike" kern="1200" cap="none" spc="0" normalizeH="0" baseline="0" noProof="0">
                <a:ln>
                  <a:noFill/>
                </a:ln>
                <a:solidFill>
                  <a:srgbClr val="FFFFFF"/>
                </a:solidFill>
                <a:effectLst/>
                <a:uLnTx/>
                <a:uFillTx/>
                <a:latin typeface="Montserrat"/>
                <a:ea typeface="+mn-ea"/>
                <a:cs typeface="+mn-cs"/>
              </a:rPr>
              <a:t>Available</a:t>
            </a:r>
            <a:endParaRPr kumimoji="0" lang="en-US" sz="1333" b="0" i="0" u="none" strike="noStrike" kern="1200" cap="none" spc="0" normalizeH="0" baseline="0" noProof="0">
              <a:ln>
                <a:noFill/>
              </a:ln>
              <a:solidFill>
                <a:srgbClr val="2F2F2F"/>
              </a:solidFill>
              <a:effectLst/>
              <a:uLnTx/>
              <a:uFillTx/>
              <a:latin typeface="Montserrat"/>
              <a:ea typeface="+mn-ea"/>
              <a:cs typeface="+mn-cs"/>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333" b="1" i="0" u="none" strike="noStrike" kern="1200" cap="none" spc="0" normalizeH="0" baseline="0" noProof="0">
                <a:ln>
                  <a:noFill/>
                </a:ln>
                <a:solidFill>
                  <a:srgbClr val="FFFFFF"/>
                </a:solidFill>
                <a:effectLst/>
                <a:uLnTx/>
                <a:uFillTx/>
                <a:latin typeface="Montserrat"/>
                <a:ea typeface="+mn-ea"/>
                <a:cs typeface="+mn-cs"/>
              </a:rPr>
              <a:t>(~Early MAY)</a:t>
            </a:r>
            <a:endParaRPr kumimoji="0" lang="en-US" sz="1333" b="0" i="0" u="none" strike="noStrike" kern="1200" cap="none" spc="0" normalizeH="0" baseline="0" noProof="0">
              <a:ln>
                <a:noFill/>
              </a:ln>
              <a:solidFill>
                <a:srgbClr val="2F2F2F"/>
              </a:solidFill>
              <a:effectLst/>
              <a:uLnTx/>
              <a:uFillTx/>
              <a:latin typeface="Montserrat"/>
              <a:ea typeface="+mn-ea"/>
              <a:cs typeface="+mn-cs"/>
            </a:endParaRPr>
          </a:p>
        </p:txBody>
      </p:sp>
      <p:grpSp>
        <p:nvGrpSpPr>
          <p:cNvPr id="33" name="Group 32">
            <a:extLst>
              <a:ext uri="{FF2B5EF4-FFF2-40B4-BE49-F238E27FC236}">
                <a16:creationId xmlns:a16="http://schemas.microsoft.com/office/drawing/2014/main" id="{0BCC9480-B6FD-A5A5-63A8-C34E5C71B2EE}"/>
              </a:ext>
            </a:extLst>
          </p:cNvPr>
          <p:cNvGrpSpPr/>
          <p:nvPr/>
        </p:nvGrpSpPr>
        <p:grpSpPr>
          <a:xfrm>
            <a:off x="274320" y="1240348"/>
            <a:ext cx="11708130" cy="3931727"/>
            <a:chOff x="365760" y="1240348"/>
            <a:chExt cx="9498330" cy="4632960"/>
          </a:xfrm>
        </p:grpSpPr>
        <p:grpSp>
          <p:nvGrpSpPr>
            <p:cNvPr id="31" name="Group 30">
              <a:extLst>
                <a:ext uri="{FF2B5EF4-FFF2-40B4-BE49-F238E27FC236}">
                  <a16:creationId xmlns:a16="http://schemas.microsoft.com/office/drawing/2014/main" id="{FC657AEB-D290-502F-DFAB-41ECA58BDD9B}"/>
                </a:ext>
              </a:extLst>
            </p:cNvPr>
            <p:cNvGrpSpPr/>
            <p:nvPr/>
          </p:nvGrpSpPr>
          <p:grpSpPr>
            <a:xfrm>
              <a:off x="365760" y="1240348"/>
              <a:ext cx="1706880" cy="4632960"/>
              <a:chOff x="365760" y="1240348"/>
              <a:chExt cx="1706880" cy="4632960"/>
            </a:xfrm>
          </p:grpSpPr>
          <p:sp>
            <p:nvSpPr>
              <p:cNvPr id="3" name="Shape 1"/>
              <p:cNvSpPr/>
              <p:nvPr/>
            </p:nvSpPr>
            <p:spPr>
              <a:xfrm>
                <a:off x="365760" y="1240348"/>
                <a:ext cx="1706880" cy="4632960"/>
              </a:xfrm>
              <a:prstGeom prst="rect">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4" name="Text 2"/>
              <p:cNvSpPr/>
              <p:nvPr/>
            </p:nvSpPr>
            <p:spPr>
              <a:xfrm>
                <a:off x="365760" y="1362268"/>
                <a:ext cx="1706880" cy="8534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0" i="0" u="none" strike="noStrike" kern="1200" cap="none" spc="0" normalizeH="0" baseline="0" noProof="0">
                    <a:ln>
                      <a:noFill/>
                    </a:ln>
                    <a:solidFill>
                      <a:srgbClr val="000000"/>
                    </a:solidFill>
                    <a:effectLst/>
                    <a:uLnTx/>
                    <a:uFillTx/>
                    <a:latin typeface="Montserrat"/>
                    <a:ea typeface="+mn-ea"/>
                    <a:cs typeface="+mn-cs"/>
                  </a:rPr>
                  <a:t>🔬</a:t>
                </a:r>
                <a:endParaRPr kumimoji="0" lang="en-US" sz="5000" b="0" i="0" u="none" strike="noStrike" kern="1200" cap="none" spc="0" normalizeH="0" baseline="0" noProof="0">
                  <a:ln>
                    <a:noFill/>
                  </a:ln>
                  <a:solidFill>
                    <a:srgbClr val="2F2F2F"/>
                  </a:solidFill>
                  <a:effectLst/>
                  <a:uLnTx/>
                  <a:uFillTx/>
                  <a:latin typeface="Montserrat"/>
                  <a:ea typeface="+mn-ea"/>
                  <a:cs typeface="+mn-cs"/>
                </a:endParaRPr>
              </a:p>
            </p:txBody>
          </p:sp>
          <p:sp>
            <p:nvSpPr>
              <p:cNvPr id="5" name="Text 3"/>
              <p:cNvSpPr/>
              <p:nvPr/>
            </p:nvSpPr>
            <p:spPr>
              <a:xfrm>
                <a:off x="365760" y="2337628"/>
                <a:ext cx="1706880" cy="3048000"/>
              </a:xfrm>
              <a:prstGeom prst="rect">
                <a:avLst/>
              </a:prstGeom>
              <a:noFill/>
              <a:ln/>
            </p:spPr>
            <p:txBody>
              <a:bodyPr wrap="square" rtlCol="0" anchor="t"/>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ARCTIC Lab</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&amp; CFIC Partner</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p:txBody>
          </p:sp>
        </p:grpSp>
        <p:sp>
          <p:nvSpPr>
            <p:cNvPr id="6" name="Text 4"/>
            <p:cNvSpPr/>
            <p:nvPr/>
          </p:nvSpPr>
          <p:spPr>
            <a:xfrm>
              <a:off x="2097024" y="2825308"/>
              <a:ext cx="219456" cy="48768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srgbClr val="AAAAAA"/>
                  </a:solidFill>
                  <a:effectLst/>
                  <a:uLnTx/>
                  <a:uFillTx/>
                  <a:latin typeface="Montserrat"/>
                  <a:ea typeface="+mn-ea"/>
                  <a:cs typeface="+mn-cs"/>
                </a:rPr>
                <a:t>▶</a:t>
              </a:r>
              <a:endParaRPr kumimoji="0" lang="en-US" sz="30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32" name="Group 31">
              <a:extLst>
                <a:ext uri="{FF2B5EF4-FFF2-40B4-BE49-F238E27FC236}">
                  <a16:creationId xmlns:a16="http://schemas.microsoft.com/office/drawing/2014/main" id="{B40C191B-E444-6EF9-FF38-C6765CF7BD7D}"/>
                </a:ext>
              </a:extLst>
            </p:cNvPr>
            <p:cNvGrpSpPr/>
            <p:nvPr/>
          </p:nvGrpSpPr>
          <p:grpSpPr>
            <a:xfrm>
              <a:off x="2316480" y="1240348"/>
              <a:ext cx="1706880" cy="4632960"/>
              <a:chOff x="2316480" y="1240348"/>
              <a:chExt cx="1706880" cy="4632960"/>
            </a:xfrm>
          </p:grpSpPr>
          <p:sp>
            <p:nvSpPr>
              <p:cNvPr id="7" name="Shape 5"/>
              <p:cNvSpPr/>
              <p:nvPr/>
            </p:nvSpPr>
            <p:spPr>
              <a:xfrm>
                <a:off x="2316480" y="1240348"/>
                <a:ext cx="1706880" cy="4632960"/>
              </a:xfrm>
              <a:prstGeom prst="rect">
                <a:avLst/>
              </a:prstGeom>
              <a:solidFill>
                <a:srgbClr val="4A7C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8" name="Text 6"/>
              <p:cNvSpPr/>
              <p:nvPr/>
            </p:nvSpPr>
            <p:spPr>
              <a:xfrm>
                <a:off x="2316480" y="1362268"/>
                <a:ext cx="1706880" cy="8534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0" i="0" u="none" strike="noStrike" kern="1200" cap="none" spc="0" normalizeH="0" baseline="0" noProof="0">
                    <a:ln>
                      <a:noFill/>
                    </a:ln>
                    <a:solidFill>
                      <a:srgbClr val="000000"/>
                    </a:solidFill>
                    <a:effectLst/>
                    <a:uLnTx/>
                    <a:uFillTx/>
                    <a:latin typeface="Montserrat"/>
                    <a:ea typeface="+mn-ea"/>
                    <a:cs typeface="+mn-cs"/>
                  </a:rPr>
                  <a:t>🤝</a:t>
                </a:r>
                <a:endParaRPr kumimoji="0" lang="en-US" sz="5000" b="0" i="0" u="none" strike="noStrike" kern="1200" cap="none" spc="0" normalizeH="0" baseline="0" noProof="0">
                  <a:ln>
                    <a:noFill/>
                  </a:ln>
                  <a:solidFill>
                    <a:srgbClr val="2F2F2F"/>
                  </a:solidFill>
                  <a:effectLst/>
                  <a:uLnTx/>
                  <a:uFillTx/>
                  <a:latin typeface="Montserrat"/>
                  <a:ea typeface="+mn-ea"/>
                  <a:cs typeface="+mn-cs"/>
                </a:endParaRPr>
              </a:p>
            </p:txBody>
          </p:sp>
          <p:sp>
            <p:nvSpPr>
              <p:cNvPr id="9" name="Text 7"/>
              <p:cNvSpPr/>
              <p:nvPr/>
            </p:nvSpPr>
            <p:spPr>
              <a:xfrm>
                <a:off x="2316480" y="2337628"/>
                <a:ext cx="1706880" cy="3048000"/>
              </a:xfrm>
              <a:prstGeom prst="rect">
                <a:avLst/>
              </a:prstGeom>
              <a:noFill/>
              <a:ln/>
            </p:spPr>
            <p:txBody>
              <a:bodyPr wrap="square" rtlCol="0" anchor="t"/>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Collaboration Event</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(TODAY)</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p:txBody>
          </p:sp>
        </p:grpSp>
        <p:sp>
          <p:nvSpPr>
            <p:cNvPr id="10" name="Text 8"/>
            <p:cNvSpPr/>
            <p:nvPr/>
          </p:nvSpPr>
          <p:spPr>
            <a:xfrm>
              <a:off x="4047744" y="2825308"/>
              <a:ext cx="219456" cy="48768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srgbClr val="AAAAAA"/>
                  </a:solidFill>
                  <a:effectLst/>
                  <a:uLnTx/>
                  <a:uFillTx/>
                  <a:latin typeface="Montserrat"/>
                  <a:ea typeface="+mn-ea"/>
                  <a:cs typeface="+mn-cs"/>
                </a:rPr>
                <a:t>▶</a:t>
              </a:r>
              <a:endParaRPr kumimoji="0" lang="en-US" sz="30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27" name="Group 26">
              <a:extLst>
                <a:ext uri="{FF2B5EF4-FFF2-40B4-BE49-F238E27FC236}">
                  <a16:creationId xmlns:a16="http://schemas.microsoft.com/office/drawing/2014/main" id="{830B0371-6EA2-F3C3-B899-B0DAFE5D8644}"/>
                </a:ext>
              </a:extLst>
            </p:cNvPr>
            <p:cNvGrpSpPr/>
            <p:nvPr/>
          </p:nvGrpSpPr>
          <p:grpSpPr>
            <a:xfrm>
              <a:off x="4265295" y="1240348"/>
              <a:ext cx="1716405" cy="4632960"/>
              <a:chOff x="6217920" y="1240348"/>
              <a:chExt cx="1716405" cy="4632960"/>
            </a:xfrm>
          </p:grpSpPr>
          <p:sp>
            <p:nvSpPr>
              <p:cNvPr id="15" name="Shape 13"/>
              <p:cNvSpPr/>
              <p:nvPr/>
            </p:nvSpPr>
            <p:spPr>
              <a:xfrm>
                <a:off x="6227445" y="1240348"/>
                <a:ext cx="1706880" cy="4632960"/>
              </a:xfrm>
              <a:prstGeom prst="rect">
                <a:avLst/>
              </a:prstGeom>
              <a:solidFill>
                <a:srgbClr val="AA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16" name="Text 14"/>
              <p:cNvSpPr/>
              <p:nvPr/>
            </p:nvSpPr>
            <p:spPr>
              <a:xfrm>
                <a:off x="6217920" y="1362268"/>
                <a:ext cx="1706880" cy="8534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0" i="0" u="none" strike="noStrike" kern="1200" cap="none" spc="0" normalizeH="0" baseline="0" noProof="0">
                    <a:ln>
                      <a:noFill/>
                    </a:ln>
                    <a:solidFill>
                      <a:srgbClr val="000000"/>
                    </a:solidFill>
                    <a:effectLst/>
                    <a:uLnTx/>
                    <a:uFillTx/>
                    <a:latin typeface="Montserrat"/>
                    <a:ea typeface="+mn-ea"/>
                    <a:cs typeface="+mn-cs"/>
                  </a:rPr>
                  <a:t>📋</a:t>
                </a:r>
                <a:endParaRPr kumimoji="0" lang="en-US" sz="5000" b="0" i="0" u="none" strike="noStrike" kern="1200" cap="none" spc="0" normalizeH="0" baseline="0" noProof="0">
                  <a:ln>
                    <a:noFill/>
                  </a:ln>
                  <a:solidFill>
                    <a:srgbClr val="2F2F2F"/>
                  </a:solidFill>
                  <a:effectLst/>
                  <a:uLnTx/>
                  <a:uFillTx/>
                  <a:latin typeface="Montserrat"/>
                  <a:ea typeface="+mn-ea"/>
                  <a:cs typeface="+mn-cs"/>
                </a:endParaRPr>
              </a:p>
            </p:txBody>
          </p:sp>
          <p:sp>
            <p:nvSpPr>
              <p:cNvPr id="17" name="Text 15"/>
              <p:cNvSpPr/>
              <p:nvPr/>
            </p:nvSpPr>
            <p:spPr>
              <a:xfrm>
                <a:off x="6217920" y="2337628"/>
                <a:ext cx="1706880" cy="3048000"/>
              </a:xfrm>
              <a:prstGeom prst="rect">
                <a:avLst/>
              </a:prstGeom>
              <a:noFill/>
              <a:ln/>
            </p:spPr>
            <p:txBody>
              <a:bodyPr wrap="square" rtlCol="0" anchor="t"/>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RFP Release</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&amp; Proposal</a:t>
                </a:r>
                <a:b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b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Submission</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p:txBody>
          </p:sp>
        </p:grpSp>
        <p:sp>
          <p:nvSpPr>
            <p:cNvPr id="18" name="Text 16"/>
            <p:cNvSpPr/>
            <p:nvPr/>
          </p:nvSpPr>
          <p:spPr>
            <a:xfrm>
              <a:off x="5987034" y="2825308"/>
              <a:ext cx="219456" cy="48768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srgbClr val="AAAAAA"/>
                  </a:solidFill>
                  <a:effectLst/>
                  <a:uLnTx/>
                  <a:uFillTx/>
                  <a:latin typeface="Montserrat"/>
                  <a:ea typeface="+mn-ea"/>
                  <a:cs typeface="+mn-cs"/>
                </a:rPr>
                <a:t>▶</a:t>
              </a:r>
              <a:endParaRPr kumimoji="0" lang="en-US" sz="30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29" name="Group 28">
              <a:extLst>
                <a:ext uri="{FF2B5EF4-FFF2-40B4-BE49-F238E27FC236}">
                  <a16:creationId xmlns:a16="http://schemas.microsoft.com/office/drawing/2014/main" id="{967A041F-273E-FC7F-74A2-C1D10A64FC0B}"/>
                </a:ext>
              </a:extLst>
            </p:cNvPr>
            <p:cNvGrpSpPr/>
            <p:nvPr/>
          </p:nvGrpSpPr>
          <p:grpSpPr>
            <a:xfrm>
              <a:off x="6225540" y="1240348"/>
              <a:ext cx="1706880" cy="4632960"/>
              <a:chOff x="8159115" y="1240348"/>
              <a:chExt cx="1706880" cy="4632960"/>
            </a:xfrm>
          </p:grpSpPr>
          <p:sp>
            <p:nvSpPr>
              <p:cNvPr id="19" name="Shape 17"/>
              <p:cNvSpPr/>
              <p:nvPr/>
            </p:nvSpPr>
            <p:spPr>
              <a:xfrm>
                <a:off x="8159115" y="1240348"/>
                <a:ext cx="1706880" cy="4632960"/>
              </a:xfrm>
              <a:prstGeom prst="rect">
                <a:avLst/>
              </a:prstGeom>
              <a:solidFill>
                <a:srgbClr val="4A4A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20" name="Text 18"/>
              <p:cNvSpPr/>
              <p:nvPr/>
            </p:nvSpPr>
            <p:spPr>
              <a:xfrm>
                <a:off x="8159115" y="1362268"/>
                <a:ext cx="1706880" cy="8534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0" i="0" u="none" strike="noStrike" kern="1200" cap="none" spc="0" normalizeH="0" baseline="0" noProof="0">
                    <a:ln>
                      <a:noFill/>
                    </a:ln>
                    <a:solidFill>
                      <a:srgbClr val="000000"/>
                    </a:solidFill>
                    <a:effectLst/>
                    <a:uLnTx/>
                    <a:uFillTx/>
                    <a:latin typeface="Montserrat"/>
                    <a:ea typeface="+mn-ea"/>
                    <a:cs typeface="+mn-cs"/>
                  </a:rPr>
                  <a:t>🏆</a:t>
                </a:r>
                <a:endParaRPr kumimoji="0" lang="en-US" sz="5000" b="0" i="0" u="none" strike="noStrike" kern="1200" cap="none" spc="0" normalizeH="0" baseline="0" noProof="0">
                  <a:ln>
                    <a:noFill/>
                  </a:ln>
                  <a:solidFill>
                    <a:srgbClr val="2F2F2F"/>
                  </a:solidFill>
                  <a:effectLst/>
                  <a:uLnTx/>
                  <a:uFillTx/>
                  <a:latin typeface="Montserrat"/>
                  <a:ea typeface="+mn-ea"/>
                  <a:cs typeface="+mn-cs"/>
                </a:endParaRPr>
              </a:p>
            </p:txBody>
          </p:sp>
          <p:sp>
            <p:nvSpPr>
              <p:cNvPr id="21" name="Text 19"/>
              <p:cNvSpPr/>
              <p:nvPr/>
            </p:nvSpPr>
            <p:spPr>
              <a:xfrm>
                <a:off x="8159115" y="2337628"/>
                <a:ext cx="1706880" cy="3048000"/>
              </a:xfrm>
              <a:prstGeom prst="rect">
                <a:avLst/>
              </a:prstGeom>
              <a:noFill/>
              <a:ln/>
            </p:spPr>
            <p:txBody>
              <a:bodyPr wrap="square" rtlCol="0" anchor="t"/>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err="1">
                    <a:ln>
                      <a:noFill/>
                    </a:ln>
                    <a:solidFill>
                      <a:srgbClr val="FFFFFF"/>
                    </a:solidFill>
                    <a:effectLst/>
                    <a:uLnTx/>
                    <a:uFillTx/>
                    <a:latin typeface="Arial Narrow" panose="020B0606020202030204" pitchFamily="34" charset="0"/>
                  </a:rPr>
                  <a:t>Downselect</a:t>
                </a: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 </a:t>
                </a:r>
                <a:b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b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&amp; Virtual Demos</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p:txBody>
          </p:sp>
        </p:grpSp>
        <p:sp>
          <p:nvSpPr>
            <p:cNvPr id="22" name="Text 20"/>
            <p:cNvSpPr/>
            <p:nvPr/>
          </p:nvSpPr>
          <p:spPr>
            <a:xfrm>
              <a:off x="7928229" y="2825308"/>
              <a:ext cx="219456" cy="48768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srgbClr val="AAAAAA"/>
                  </a:solidFill>
                  <a:effectLst/>
                  <a:uLnTx/>
                  <a:uFillTx/>
                  <a:latin typeface="Montserrat"/>
                  <a:ea typeface="+mn-ea"/>
                  <a:cs typeface="+mn-cs"/>
                </a:rPr>
                <a:t>▶</a:t>
              </a:r>
              <a:endParaRPr kumimoji="0" lang="en-US" sz="3000" b="0" i="0" u="none" strike="noStrike" kern="1200" cap="none" spc="0" normalizeH="0" baseline="0" noProof="0">
                <a:ln>
                  <a:noFill/>
                </a:ln>
                <a:solidFill>
                  <a:srgbClr val="2F2F2F"/>
                </a:solidFill>
                <a:effectLst/>
                <a:uLnTx/>
                <a:uFillTx/>
                <a:latin typeface="Montserrat"/>
                <a:ea typeface="+mn-ea"/>
                <a:cs typeface="+mn-cs"/>
              </a:endParaRPr>
            </a:p>
          </p:txBody>
        </p:sp>
        <p:grpSp>
          <p:nvGrpSpPr>
            <p:cNvPr id="30" name="Group 29">
              <a:extLst>
                <a:ext uri="{FF2B5EF4-FFF2-40B4-BE49-F238E27FC236}">
                  <a16:creationId xmlns:a16="http://schemas.microsoft.com/office/drawing/2014/main" id="{C09F2002-FF11-33BF-8F6F-EEA907DFEB2C}"/>
                </a:ext>
              </a:extLst>
            </p:cNvPr>
            <p:cNvGrpSpPr/>
            <p:nvPr/>
          </p:nvGrpSpPr>
          <p:grpSpPr>
            <a:xfrm>
              <a:off x="8157210" y="1240348"/>
              <a:ext cx="1706880" cy="4632960"/>
              <a:chOff x="10119360" y="1240348"/>
              <a:chExt cx="1706880" cy="4632960"/>
            </a:xfrm>
          </p:grpSpPr>
          <p:sp>
            <p:nvSpPr>
              <p:cNvPr id="23" name="Shape 21"/>
              <p:cNvSpPr/>
              <p:nvPr/>
            </p:nvSpPr>
            <p:spPr>
              <a:xfrm>
                <a:off x="10119360" y="1240348"/>
                <a:ext cx="1706880" cy="4632960"/>
              </a:xfrm>
              <a:prstGeom prst="rect">
                <a:avLst/>
              </a:prstGeom>
              <a:solidFill>
                <a:srgbClr val="00666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
            <p:nvSpPr>
              <p:cNvPr id="24" name="Text 22"/>
              <p:cNvSpPr/>
              <p:nvPr/>
            </p:nvSpPr>
            <p:spPr>
              <a:xfrm>
                <a:off x="10119360" y="1362268"/>
                <a:ext cx="1706880" cy="8534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0" i="0" u="none" strike="noStrike" kern="1200" cap="none" spc="0" normalizeH="0" baseline="0" noProof="0">
                    <a:ln>
                      <a:noFill/>
                    </a:ln>
                    <a:solidFill>
                      <a:srgbClr val="000000"/>
                    </a:solidFill>
                    <a:effectLst/>
                    <a:uLnTx/>
                    <a:uFillTx/>
                    <a:latin typeface="Montserrat"/>
                    <a:ea typeface="+mn-ea"/>
                    <a:cs typeface="+mn-cs"/>
                  </a:rPr>
                  <a:t>🚀</a:t>
                </a:r>
                <a:endParaRPr kumimoji="0" lang="en-US" sz="5000" b="0" i="0" u="none" strike="noStrike" kern="1200" cap="none" spc="0" normalizeH="0" baseline="0" noProof="0">
                  <a:ln>
                    <a:noFill/>
                  </a:ln>
                  <a:solidFill>
                    <a:srgbClr val="2F2F2F"/>
                  </a:solidFill>
                  <a:effectLst/>
                  <a:uLnTx/>
                  <a:uFillTx/>
                  <a:latin typeface="Montserrat"/>
                  <a:ea typeface="+mn-ea"/>
                  <a:cs typeface="+mn-cs"/>
                </a:endParaRPr>
              </a:p>
            </p:txBody>
          </p:sp>
          <p:sp>
            <p:nvSpPr>
              <p:cNvPr id="25" name="Text 23"/>
              <p:cNvSpPr/>
              <p:nvPr/>
            </p:nvSpPr>
            <p:spPr>
              <a:xfrm>
                <a:off x="10119360" y="2337628"/>
                <a:ext cx="1706880" cy="3048000"/>
              </a:xfrm>
              <a:prstGeom prst="rect">
                <a:avLst/>
              </a:prstGeom>
              <a:noFill/>
              <a:ln/>
            </p:spPr>
            <p:txBody>
              <a:bodyPr wrap="square" rtlCol="0" anchor="t"/>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B2B Contract &amp; Prototype</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Narrow" panose="020B0606020202030204" pitchFamily="34" charset="0"/>
                  </a:rPr>
                  <a:t>Delivery</a:t>
                </a:r>
                <a:endParaRPr kumimoji="0" lang="en-US" sz="2800" b="0" i="0" u="none" strike="noStrike" kern="1200" cap="none" spc="0" normalizeH="0" baseline="0" noProof="0">
                  <a:ln>
                    <a:noFill/>
                  </a:ln>
                  <a:solidFill>
                    <a:srgbClr val="2F2F2F"/>
                  </a:solidFill>
                  <a:effectLst/>
                  <a:uLnTx/>
                  <a:uFillTx/>
                  <a:latin typeface="Arial Narrow" panose="020B0606020202030204" pitchFamily="34" charset="0"/>
                </a:endParaRPr>
              </a:p>
            </p:txBody>
          </p:sp>
        </p:grpSp>
      </p:grpSp>
      <p:sp>
        <p:nvSpPr>
          <p:cNvPr id="28" name="Slide Number Placeholder 0"/>
          <p:cNvSpPr>
            <a:spLocks noGrp="1"/>
          </p:cNvSpPr>
          <p:nvPr>
            <p:ph type="sldNum" sz="quarter" idx="4294967295"/>
          </p:nvPr>
        </p:nvSpPr>
        <p:spPr>
          <a:xfrm>
            <a:off x="274320" y="5934268"/>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smtClean="0">
                <a:ln>
                  <a:noFill/>
                </a:ln>
                <a:solidFill>
                  <a:srgbClr val="FFFFFF"/>
                </a:solidFill>
                <a:effectLst/>
                <a:uLnTx/>
                <a:uFillTx/>
                <a:latin typeface="Montserra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TextBox 10">
            <a:extLst>
              <a:ext uri="{FF2B5EF4-FFF2-40B4-BE49-F238E27FC236}">
                <a16:creationId xmlns:a16="http://schemas.microsoft.com/office/drawing/2014/main" id="{7DFE7194-9BAA-884C-A3EA-6E215C6547F1}"/>
              </a:ext>
            </a:extLst>
          </p:cNvPr>
          <p:cNvSpPr txBox="1"/>
          <p:nvPr/>
        </p:nvSpPr>
        <p:spPr>
          <a:xfrm>
            <a:off x="1933573" y="5419860"/>
            <a:ext cx="84224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F2F2F"/>
                </a:solidFill>
                <a:effectLst/>
                <a:uLnTx/>
                <a:uFillTx/>
                <a:latin typeface=" Arial"/>
                <a:ea typeface="+mn-ea"/>
                <a:cs typeface="+mn-cs"/>
              </a:rPr>
              <a:t>Period of Performance: ~6 months start to prototype delivery</a:t>
            </a:r>
            <a:endParaRPr kumimoji="0" lang="en-US" sz="2400" b="0" i="0" u="none" strike="noStrike" kern="1200" cap="none" spc="0" normalizeH="0" baseline="0" noProof="0">
              <a:ln>
                <a:noFill/>
              </a:ln>
              <a:solidFill>
                <a:srgbClr val="2F2F2F"/>
              </a:solidFill>
              <a:effectLst/>
              <a:uLnTx/>
              <a:uFillTx/>
              <a:latin typeface="Montserra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87C333-9B8D-4471-35BD-B00BEFBD6A2D}"/>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48112F05-E0D4-CE09-3532-4DD6E9B8513D}"/>
              </a:ext>
            </a:extLst>
          </p:cNvPr>
          <p:cNvSpPr>
            <a:spLocks noGrp="1"/>
          </p:cNvSpPr>
          <p:nvPr>
            <p:ph type="body" sz="quarter" idx="16"/>
          </p:nvPr>
        </p:nvSpPr>
        <p:spPr/>
        <p:txBody>
          <a:bodyPr/>
          <a:lstStyle/>
          <a:p>
            <a:endParaRPr lang="en-US"/>
          </a:p>
        </p:txBody>
      </p:sp>
      <p:sp>
        <p:nvSpPr>
          <p:cNvPr id="4" name="Rectangle 3">
            <a:extLst>
              <a:ext uri="{FF2B5EF4-FFF2-40B4-BE49-F238E27FC236}">
                <a16:creationId xmlns:a16="http://schemas.microsoft.com/office/drawing/2014/main" id="{91681482-DEF0-B26C-1C73-C55BB0A88E98}"/>
              </a:ext>
            </a:extLst>
          </p:cNvPr>
          <p:cNvSpPr/>
          <p:nvPr/>
        </p:nvSpPr>
        <p:spPr>
          <a:xfrm>
            <a:off x="9153525" y="6593228"/>
            <a:ext cx="209550" cy="188412"/>
          </a:xfrm>
          <a:prstGeom prst="rect">
            <a:avLst/>
          </a:prstGeom>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4159014"/>
      </p:ext>
    </p:extLst>
  </p:cSld>
  <p:clrMapOvr>
    <a:masterClrMapping/>
  </p:clrMapOvr>
</p:sld>
</file>

<file path=ppt/theme/theme1.xml><?xml version="1.0" encoding="utf-8"?>
<a:theme xmlns:a="http://schemas.openxmlformats.org/drawingml/2006/main" name="ARCYBER">
  <a:themeElements>
    <a:clrScheme name="ARCYBER">
      <a:dk1>
        <a:srgbClr val="2F2F2F"/>
      </a:dk1>
      <a:lt1>
        <a:sysClr val="window" lastClr="FFFFFF"/>
      </a:lt1>
      <a:dk2>
        <a:srgbClr val="1A5632"/>
      </a:dk2>
      <a:lt2>
        <a:srgbClr val="E7E6E6"/>
      </a:lt2>
      <a:accent1>
        <a:srgbClr val="1A5632"/>
      </a:accent1>
      <a:accent2>
        <a:srgbClr val="FFBF3C"/>
      </a:accent2>
      <a:accent3>
        <a:srgbClr val="A5A5A5"/>
      </a:accent3>
      <a:accent4>
        <a:srgbClr val="4D4D4F"/>
      </a:accent4>
      <a:accent5>
        <a:srgbClr val="FFFFFF"/>
      </a:accent5>
      <a:accent6>
        <a:srgbClr val="FFFFFF"/>
      </a:accent6>
      <a:hlink>
        <a:srgbClr val="0070C0"/>
      </a:hlink>
      <a:folHlink>
        <a:srgbClr val="0070C0"/>
      </a:folHlink>
    </a:clrScheme>
    <a:fontScheme name="Montserrat">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445B3EA6-E65F-49CB-A88C-95A627018B46}" vid="{2FEA4784-C1E8-4D2F-A180-C8F194F7DAE8}"/>
    </a:ext>
  </a:extLst>
</a:theme>
</file>

<file path=ppt/theme/theme2.xml><?xml version="1.0" encoding="utf-8"?>
<a:theme xmlns:a="http://schemas.openxmlformats.org/drawingml/2006/main" name="2_ARCYBER">
  <a:themeElements>
    <a:clrScheme name="ARCYBER">
      <a:dk1>
        <a:srgbClr val="2F2F2F"/>
      </a:dk1>
      <a:lt1>
        <a:sysClr val="window" lastClr="FFFFFF"/>
      </a:lt1>
      <a:dk2>
        <a:srgbClr val="1A5632"/>
      </a:dk2>
      <a:lt2>
        <a:srgbClr val="E7E6E6"/>
      </a:lt2>
      <a:accent1>
        <a:srgbClr val="1A5632"/>
      </a:accent1>
      <a:accent2>
        <a:srgbClr val="FFBF3C"/>
      </a:accent2>
      <a:accent3>
        <a:srgbClr val="A5A5A5"/>
      </a:accent3>
      <a:accent4>
        <a:srgbClr val="4D4D4F"/>
      </a:accent4>
      <a:accent5>
        <a:srgbClr val="FFFFFF"/>
      </a:accent5>
      <a:accent6>
        <a:srgbClr val="FFFFFF"/>
      </a:accent6>
      <a:hlink>
        <a:srgbClr val="0070C0"/>
      </a:hlink>
      <a:folHlink>
        <a:srgbClr val="0070C0"/>
      </a:folHlink>
    </a:clrScheme>
    <a:fontScheme name="Montserrat">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445B3EA6-E65F-49CB-A88C-95A627018B46}" vid="{2FEA4784-C1E8-4D2F-A180-C8F194F7DAE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c4542db-47fa-47e7-91e0-0933fb44ba29">
      <Terms xmlns="http://schemas.microsoft.com/office/infopath/2007/PartnerControls"/>
    </lcf76f155ced4ddcb4097134ff3c332f>
    <TaxCatchAll xmlns="1da2d370-6f62-42e8-9f83-1c0bf1b383d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969957B7B82514BA246BA0D5D3FF67D" ma:contentTypeVersion="15" ma:contentTypeDescription="Create a new document." ma:contentTypeScope="" ma:versionID="3d0bad5eeed52f882973ae576966f150">
  <xsd:schema xmlns:xsd="http://www.w3.org/2001/XMLSchema" xmlns:xs="http://www.w3.org/2001/XMLSchema" xmlns:p="http://schemas.microsoft.com/office/2006/metadata/properties" xmlns:ns2="7c4542db-47fa-47e7-91e0-0933fb44ba29" xmlns:ns3="1da2d370-6f62-42e8-9f83-1c0bf1b383df" targetNamespace="http://schemas.microsoft.com/office/2006/metadata/properties" ma:root="true" ma:fieldsID="6a18dac5db1ad95dd98849b95377b15a" ns2:_="" ns3:_="">
    <xsd:import namespace="7c4542db-47fa-47e7-91e0-0933fb44ba29"/>
    <xsd:import namespace="1da2d370-6f62-42e8-9f83-1c0bf1b383d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4542db-47fa-47e7-91e0-0933fb44ba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83e6a241-953a-4340-86cf-e55bccd75c0a"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da2d370-6f62-42e8-9f83-1c0bf1b383df"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5f04c121-a41e-490d-adbe-b7a2b6e51cf9}" ma:internalName="TaxCatchAll" ma:showField="CatchAllData" ma:web="1da2d370-6f62-42e8-9f83-1c0bf1b383df">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8F7E0D-93A1-43C8-8DB0-34C5FE6C499F}">
  <ds:schemaRefs>
    <ds:schemaRef ds:uri="1da2d370-6f62-42e8-9f83-1c0bf1b383df"/>
    <ds:schemaRef ds:uri="7c4542db-47fa-47e7-91e0-0933fb44ba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959358A-87F7-4BDB-BE63-A0080B3E8498}">
  <ds:schemaRefs>
    <ds:schemaRef ds:uri="http://schemas.microsoft.com/sharepoint/v3/contenttype/forms"/>
  </ds:schemaRefs>
</ds:datastoreItem>
</file>

<file path=customXml/itemProps3.xml><?xml version="1.0" encoding="utf-8"?>
<ds:datastoreItem xmlns:ds="http://schemas.openxmlformats.org/officeDocument/2006/customXml" ds:itemID="{6AEF9945-69AF-4B8A-B346-21C1246DE1A7}">
  <ds:schemaRefs>
    <ds:schemaRef ds:uri="1da2d370-6f62-42e8-9f83-1c0bf1b383df"/>
    <ds:schemaRef ds:uri="7c4542db-47fa-47e7-91e0-0933fb44ba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Ion</Template>
  <TotalTime>0</TotalTime>
  <Words>883</Words>
  <Application>Microsoft Office PowerPoint</Application>
  <PresentationFormat>Widescreen</PresentationFormat>
  <Paragraphs>120</Paragraphs>
  <Slides>9</Slides>
  <Notes>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9</vt:i4>
      </vt:variant>
    </vt:vector>
  </HeadingPairs>
  <TitlesOfParts>
    <vt:vector size="23" baseType="lpstr">
      <vt:lpstr> Arial</vt:lpstr>
      <vt:lpstr>Aptos</vt:lpstr>
      <vt:lpstr>Arial</vt:lpstr>
      <vt:lpstr>Arial Black</vt:lpstr>
      <vt:lpstr>Arial Narrow</vt:lpstr>
      <vt:lpstr>Calibri</vt:lpstr>
      <vt:lpstr>Courier New</vt:lpstr>
      <vt:lpstr>Franklin Gothic Medium Cond</vt:lpstr>
      <vt:lpstr>Montserrat</vt:lpstr>
      <vt:lpstr>Montserrat Black</vt:lpstr>
      <vt:lpstr>Montserrat SemiBold</vt:lpstr>
      <vt:lpstr>Wingdings</vt:lpstr>
      <vt:lpstr>ARCYBER</vt:lpstr>
      <vt:lpstr>2_ARCYBER</vt:lpstr>
      <vt:lpstr>PowerPoint Presentation</vt:lpstr>
      <vt:lpstr>PowerPoint Presentation</vt:lpstr>
      <vt:lpstr>BACKGROUND</vt:lpstr>
      <vt:lpstr>Network Scenario</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17064</dc:creator>
  <cp:lastModifiedBy>Amanda Green</cp:lastModifiedBy>
  <cp:revision>2</cp:revision>
  <cp:lastPrinted>2026-06-23T13:30:08Z</cp:lastPrinted>
  <dcterms:created xsi:type="dcterms:W3CDTF">2013-07-15T20:26:40Z</dcterms:created>
  <dcterms:modified xsi:type="dcterms:W3CDTF">2026-06-24T15:51:10Z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0x0101002969957B7B82514BA246BA0D5D3FF67D</vt:lpwstr>
  </property>
  <property fmtid="{D5CDD505-2E9C-101B-9397-08002B2CF9AE}" pid="3" name="MediaServiceImageTags">
    <vt:lpwstr/>
  </property>
</Properties>
</file>